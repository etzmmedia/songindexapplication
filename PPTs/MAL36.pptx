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90" r:id="rId2"/>
    <p:sldId id="392" r:id="rId3"/>
    <p:sldId id="394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159" autoAdjust="0"/>
    <p:restoredTop sz="94660"/>
  </p:normalViewPr>
  <p:slideViewPr>
    <p:cSldViewPr snapToGrid="0">
      <p:cViewPr varScale="1">
        <p:scale>
          <a:sx n="85" d="100"/>
          <a:sy n="85" d="100"/>
        </p:scale>
        <p:origin x="21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TZC Media" userId="05f0189a5894c19d" providerId="LiveId" clId="{74A74B86-AB48-4D11-ACCF-EA0EDB4FDC3C}"/>
    <pc:docChg chg="delSld modSld">
      <pc:chgData name="ETZC Media" userId="05f0189a5894c19d" providerId="LiveId" clId="{74A74B86-AB48-4D11-ACCF-EA0EDB4FDC3C}" dt="2026-04-12T09:53:19.400" v="64" actId="47"/>
      <pc:docMkLst>
        <pc:docMk/>
      </pc:docMkLst>
      <pc:sldChg chg="modSp mod">
        <pc:chgData name="ETZC Media" userId="05f0189a5894c19d" providerId="LiveId" clId="{74A74B86-AB48-4D11-ACCF-EA0EDB4FDC3C}" dt="2026-04-12T09:51:41.327" v="18" actId="1035"/>
        <pc:sldMkLst>
          <pc:docMk/>
          <pc:sldMk cId="850099564" sldId="390"/>
        </pc:sldMkLst>
        <pc:spChg chg="mod">
          <ac:chgData name="ETZC Media" userId="05f0189a5894c19d" providerId="LiveId" clId="{74A74B86-AB48-4D11-ACCF-EA0EDB4FDC3C}" dt="2026-04-12T09:51:41.327" v="18" actId="1035"/>
          <ac:spMkLst>
            <pc:docMk/>
            <pc:sldMk cId="850099564" sldId="390"/>
            <ac:spMk id="3" creationId="{9713C1C0-D782-FA20-3AB0-DFDE82576F9A}"/>
          </ac:spMkLst>
        </pc:spChg>
      </pc:sldChg>
      <pc:sldChg chg="delSp modSp del mod">
        <pc:chgData name="ETZC Media" userId="05f0189a5894c19d" providerId="LiveId" clId="{74A74B86-AB48-4D11-ACCF-EA0EDB4FDC3C}" dt="2026-04-12T09:51:32.329" v="9" actId="47"/>
        <pc:sldMkLst>
          <pc:docMk/>
          <pc:sldMk cId="944968354" sldId="391"/>
        </pc:sldMkLst>
        <pc:spChg chg="del mod">
          <ac:chgData name="ETZC Media" userId="05f0189a5894c19d" providerId="LiveId" clId="{74A74B86-AB48-4D11-ACCF-EA0EDB4FDC3C}" dt="2026-04-12T09:51:20.626" v="4"/>
          <ac:spMkLst>
            <pc:docMk/>
            <pc:sldMk cId="944968354" sldId="391"/>
            <ac:spMk id="3" creationId="{CE84CAAF-BD7B-409A-5C25-7E638A349EE1}"/>
          </ac:spMkLst>
        </pc:spChg>
      </pc:sldChg>
      <pc:sldChg chg="modSp mod">
        <pc:chgData name="ETZC Media" userId="05f0189a5894c19d" providerId="LiveId" clId="{74A74B86-AB48-4D11-ACCF-EA0EDB4FDC3C}" dt="2026-04-12T09:52:26.204" v="31" actId="1035"/>
        <pc:sldMkLst>
          <pc:docMk/>
          <pc:sldMk cId="1414681237" sldId="392"/>
        </pc:sldMkLst>
        <pc:spChg chg="mod">
          <ac:chgData name="ETZC Media" userId="05f0189a5894c19d" providerId="LiveId" clId="{74A74B86-AB48-4D11-ACCF-EA0EDB4FDC3C}" dt="2026-04-12T09:52:26.204" v="31" actId="1035"/>
          <ac:spMkLst>
            <pc:docMk/>
            <pc:sldMk cId="1414681237" sldId="392"/>
            <ac:spMk id="3" creationId="{92C91E9E-74F2-1C3C-39B2-25A13F68DC88}"/>
          </ac:spMkLst>
        </pc:spChg>
      </pc:sldChg>
      <pc:sldChg chg="delSp modSp del mod">
        <pc:chgData name="ETZC Media" userId="05f0189a5894c19d" providerId="LiveId" clId="{74A74B86-AB48-4D11-ACCF-EA0EDB4FDC3C}" dt="2026-04-12T09:52:32.111" v="32" actId="47"/>
        <pc:sldMkLst>
          <pc:docMk/>
          <pc:sldMk cId="4103851070" sldId="393"/>
        </pc:sldMkLst>
        <pc:spChg chg="del mod">
          <ac:chgData name="ETZC Media" userId="05f0189a5894c19d" providerId="LiveId" clId="{74A74B86-AB48-4D11-ACCF-EA0EDB4FDC3C}" dt="2026-04-12T09:52:10.052" v="23"/>
          <ac:spMkLst>
            <pc:docMk/>
            <pc:sldMk cId="4103851070" sldId="393"/>
            <ac:spMk id="3" creationId="{FD269FB7-0F9B-31D5-EA9D-5F01B4C36F2B}"/>
          </ac:spMkLst>
        </pc:spChg>
      </pc:sldChg>
      <pc:sldChg chg="modSp mod">
        <pc:chgData name="ETZC Media" userId="05f0189a5894c19d" providerId="LiveId" clId="{74A74B86-AB48-4D11-ACCF-EA0EDB4FDC3C}" dt="2026-04-12T09:53:15.161" v="63" actId="1035"/>
        <pc:sldMkLst>
          <pc:docMk/>
          <pc:sldMk cId="1100818109" sldId="394"/>
        </pc:sldMkLst>
        <pc:spChg chg="mod">
          <ac:chgData name="ETZC Media" userId="05f0189a5894c19d" providerId="LiveId" clId="{74A74B86-AB48-4D11-ACCF-EA0EDB4FDC3C}" dt="2026-04-12T09:53:15.161" v="63" actId="1035"/>
          <ac:spMkLst>
            <pc:docMk/>
            <pc:sldMk cId="1100818109" sldId="394"/>
            <ac:spMk id="3" creationId="{FC91E7A7-E841-3671-29A9-008B96063813}"/>
          </ac:spMkLst>
        </pc:spChg>
      </pc:sldChg>
      <pc:sldChg chg="delSp modSp del mod">
        <pc:chgData name="ETZC Media" userId="05f0189a5894c19d" providerId="LiveId" clId="{74A74B86-AB48-4D11-ACCF-EA0EDB4FDC3C}" dt="2026-04-12T09:53:19.400" v="64" actId="47"/>
        <pc:sldMkLst>
          <pc:docMk/>
          <pc:sldMk cId="1547719339" sldId="395"/>
        </pc:sldMkLst>
        <pc:spChg chg="del mod">
          <ac:chgData name="ETZC Media" userId="05f0189a5894c19d" providerId="LiveId" clId="{74A74B86-AB48-4D11-ACCF-EA0EDB4FDC3C}" dt="2026-04-12T09:52:41.699" v="37"/>
          <ac:spMkLst>
            <pc:docMk/>
            <pc:sldMk cId="1547719339" sldId="395"/>
            <ac:spMk id="3" creationId="{979FBC62-CFA6-2E55-2CB9-13420AFDE67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C3A11-E23C-4C91-9DAA-A7DB6AAC3D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9B5FFF-93D6-4781-9A9A-E77BFC633F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AAF2BD-5705-4D68-A5C3-FBDF01E19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12-04-2026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234289-4247-4A68-84EA-EC9C2AEA2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95B14-B1A5-4B06-999C-C4619E537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7037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70075-6DF3-4D25-9E98-8EACF14B5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316E2-57C7-4969-A937-83683E6C30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7D9A98-C774-4FBA-9E43-97B358F7C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12-04-2026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6B057-DC36-4DB4-9F9E-5DC9B4972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40CEF-5B50-4D62-BC0D-17F262FE5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3630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6881E-2714-461B-835E-11CD8C500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94D953-F5C7-4907-A6A2-7471E14A42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E893CD-3379-413B-83AE-6DB29B488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12-04-2026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ABBE6-9798-474F-9DC9-5D7748434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3A9AA-F217-4F8B-8C0B-E5B701396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1254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30405-2FFA-489F-A091-516DF2485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E5996-7684-47DE-BDE3-20C0C8B60C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31D4D6-8CA6-4E29-B0A2-5A5430279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E2E4EB-CDF8-4388-977A-A23A1939A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12-04-2026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E91F11-4457-44F1-9D0B-4A80867F9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0009C-156A-4A7B-A8DC-F6F2F51F6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9015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07BB3-03A9-4EE7-AD64-AA7399955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4D1E44-1CDC-449D-A89A-152A9065ED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81E435-41B5-41EA-A7D5-785856073A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13068B-395C-41F3-A20A-42C2988BB5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B5C03A-FC37-4724-94D3-FF914040BE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3A4CF3-0126-489D-9468-3ACE023F0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12-04-2026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95F04B-70AE-4706-816F-C8683A39C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4D49BD-F5FC-46FB-BADC-70206F6F3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5100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22DF4-5229-4F19-A3B1-B880B8321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D13378-9289-4C36-A428-FEEA740E0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12-04-2026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EA3F8A-5715-4096-8B09-8571E71D8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49E9A8-FE2A-48C4-B526-9F7335E4B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7084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AF0D03-7706-4581-97C1-2E207305F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12-04-2026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F9B19E-0D30-4EFF-A3C7-C96D5C712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E27EFB-7046-405C-A504-222E2576E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2782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91C1B-F111-40C4-BB5A-B74F26EA8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226E-20DC-41CA-82F0-B69271F15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CF6660-841C-4122-B5A6-7EABEEFDEC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695D9D-C89E-4F16-A4B4-5AFAF8BF3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12-04-2026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D250DC-F2F2-406D-AF30-4DE903C90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D4A2D2-6822-432B-90F4-C3F53E78F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8573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37C8F-DFB1-47D0-8E5D-FAE5A70C7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2508E8-6278-4956-AB06-2A8E531543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C2D61B-9E44-40C8-B2E0-C367DC8603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6A4578-BFD2-4435-8311-EACF16FDF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12-04-2026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966CFB-41AA-4778-9006-DD0F50DD4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C40E51-3D05-4164-8CF6-AC9EFF52C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295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41FEB-CA5A-4877-9220-9B3E648EE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2450D2-77FC-4EDB-8F1C-1CC3EF4CE8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919E6-BAF5-4071-BDB8-629F059E3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12-04-2026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C5F2A-6BC6-4860-8EA2-FE2818A38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7F6BB-8838-4037-945B-8285D6759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4919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5CB40E-0988-4261-A5D4-A7E976BB5B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19ED98-8EEA-4753-A678-3844E29679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4BDA5-045A-447B-842F-2D8D60840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12-04-2026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3BA941-A2D6-42CD-868F-819E4ED6C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6A5C88-663A-4A01-A873-281DEC627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9215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01418D-3656-4BD6-9DCD-94B00899F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52415B-FAA0-4266-9239-A964B3E96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5BFE41-C246-42A8-BA06-A34E77CF45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B236BB-53DE-4462-8C4F-7698E6995948}" type="datetimeFigureOut">
              <a:rPr lang="en-IN" smtClean="0"/>
              <a:t>12-04-2026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648419-4B2D-42AB-A087-12306EDEE1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4D8839-BF83-4F9B-B3F0-62E69B3ACC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1830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13C1C0-D782-FA20-3AB0-DFDE82576F9A}"/>
              </a:ext>
            </a:extLst>
          </p:cNvPr>
          <p:cNvSpPr txBox="1"/>
          <p:nvPr/>
        </p:nvSpPr>
        <p:spPr>
          <a:xfrm>
            <a:off x="0" y="5366439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LiÔ¿o</a:t>
            </a:r>
            <a:r>
              <a:rPr lang="en-IN" dirty="0"/>
              <a:t> </a:t>
            </a:r>
            <a:r>
              <a:rPr lang="en-IN" dirty="0" err="1"/>
              <a:t>Uô</a:t>
            </a:r>
            <a:r>
              <a:rPr lang="en-IN" dirty="0"/>
              <a:t>± </a:t>
            </a:r>
            <a:r>
              <a:rPr lang="en-IN" dirty="0" err="1"/>
              <a:t>úYRû</a:t>
            </a:r>
            <a:r>
              <a:rPr lang="en-IN" dirty="0"/>
              <a:t>]Ls GkÖ </a:t>
            </a:r>
            <a:r>
              <a:rPr lang="en-IN" dirty="0" err="1"/>
              <a:t>UôßúUô</a:t>
            </a:r>
            <a:endParaRPr lang="en-IN" dirty="0"/>
          </a:p>
          <a:p>
            <a:r>
              <a:rPr lang="en-IN" dirty="0"/>
              <a:t>¨</a:t>
            </a:r>
            <a:r>
              <a:rPr lang="en-IN" dirty="0" err="1"/>
              <a:t>kSas</a:t>
            </a:r>
            <a:r>
              <a:rPr lang="en-IN" dirty="0"/>
              <a:t> </a:t>
            </a:r>
            <a:r>
              <a:rPr lang="en-IN" dirty="0" err="1"/>
              <a:t>Uô</a:t>
            </a:r>
            <a:r>
              <a:rPr lang="en-IN" dirty="0"/>
              <a:t>± </a:t>
            </a:r>
            <a:r>
              <a:rPr lang="en-IN" dirty="0" err="1"/>
              <a:t>SpX</a:t>
            </a:r>
            <a:r>
              <a:rPr lang="en-IN" dirty="0"/>
              <a:t> §]m GkÖ </a:t>
            </a:r>
            <a:r>
              <a:rPr lang="en-IN" dirty="0" err="1"/>
              <a:t>LôÔúUô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0099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C91E9E-74F2-1C3C-39B2-25A13F68DC88}"/>
              </a:ext>
            </a:extLst>
          </p:cNvPr>
          <p:cNvSpPr txBox="1"/>
          <p:nvPr/>
        </p:nvSpPr>
        <p:spPr>
          <a:xfrm>
            <a:off x="0" y="5359251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pt-BR" dirty="0"/>
              <a:t>lTôWm l©WVôNm H±ÓmúTôs </a:t>
            </a:r>
            <a:r>
              <a:rPr lang="en-IN" dirty="0"/>
              <a:t>¨</a:t>
            </a:r>
            <a:r>
              <a:rPr lang="en-IN" dirty="0" err="1"/>
              <a:t>uú</a:t>
            </a:r>
            <a:r>
              <a:rPr lang="en-IN" dirty="0"/>
              <a:t>\ </a:t>
            </a:r>
            <a:r>
              <a:rPr lang="en-IN" dirty="0" err="1"/>
              <a:t>ùTôuØLm</a:t>
            </a:r>
            <a:endParaRPr lang="en-IN" dirty="0"/>
          </a:p>
          <a:p>
            <a:r>
              <a:rPr lang="en-IN" dirty="0" err="1"/>
              <a:t>úR</a:t>
            </a:r>
            <a:r>
              <a:rPr lang="en-IN" dirty="0"/>
              <a:t>¥ </a:t>
            </a:r>
            <a:r>
              <a:rPr lang="en-IN" dirty="0" err="1"/>
              <a:t>NLôVm</a:t>
            </a:r>
            <a:r>
              <a:rPr lang="en-IN" dirty="0"/>
              <a:t> </a:t>
            </a:r>
            <a:r>
              <a:rPr lang="en-IN" dirty="0" err="1"/>
              <a:t>kúSÓúU</a:t>
            </a:r>
            <a:r>
              <a:rPr lang="en-IN" dirty="0"/>
              <a:t> </a:t>
            </a:r>
            <a:r>
              <a:rPr lang="en-IN" dirty="0" err="1"/>
              <a:t>Oôu</a:t>
            </a:r>
            <a:r>
              <a:rPr lang="en-IN" dirty="0"/>
              <a:t> </a:t>
            </a:r>
            <a:r>
              <a:rPr lang="en-IN" dirty="0" err="1"/>
              <a:t>lùTôuà</a:t>
            </a:r>
            <a:r>
              <a:rPr lang="en-IN" dirty="0"/>
              <a:t> </a:t>
            </a:r>
            <a:r>
              <a:rPr lang="en-IN" dirty="0" err="1"/>
              <a:t>SôRú</a:t>
            </a:r>
            <a:r>
              <a:rPr lang="en-IN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4146812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7EA9A-FCA8-2B8E-C0B9-C1BE0E9A9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6861205-5934-B636-5789-4182C6F15E1B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91E7A7-E841-3671-29A9-008B96063813}"/>
              </a:ext>
            </a:extLst>
          </p:cNvPr>
          <p:cNvSpPr txBox="1"/>
          <p:nvPr/>
        </p:nvSpPr>
        <p:spPr>
          <a:xfrm>
            <a:off x="0" y="5393121"/>
            <a:ext cx="12192000" cy="132343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sz="4000" dirty="0" err="1"/>
              <a:t>NôvYRô</a:t>
            </a:r>
            <a:r>
              <a:rPr lang="en-IN" sz="4000" dirty="0"/>
              <a:t> </a:t>
            </a:r>
            <a:r>
              <a:rPr lang="en-IN" sz="4000" dirty="0" err="1"/>
              <a:t>ùUu</a:t>
            </a:r>
            <a:r>
              <a:rPr lang="en-IN" sz="4000" dirty="0"/>
              <a:t> </a:t>
            </a:r>
            <a:r>
              <a:rPr lang="en-IN" sz="4000" dirty="0" err="1"/>
              <a:t>Tôo©PúUô</a:t>
            </a:r>
            <a:r>
              <a:rPr lang="en-IN" sz="4000" dirty="0"/>
              <a:t> </a:t>
            </a:r>
            <a:r>
              <a:rPr lang="en-IN" sz="4000" dirty="0" err="1"/>
              <a:t>Ap</a:t>
            </a:r>
            <a:r>
              <a:rPr lang="en-IN" sz="4000" dirty="0" err="1">
                <a:latin typeface="Tamil Bible" pitchFamily="2" charset="0"/>
              </a:rPr>
              <a:t>yp</a:t>
            </a:r>
            <a:r>
              <a:rPr lang="en-IN" sz="4000" dirty="0"/>
              <a:t> </a:t>
            </a:r>
            <a:r>
              <a:rPr lang="en-IN" sz="4000" dirty="0" err="1"/>
              <a:t>éª«p</a:t>
            </a:r>
            <a:endParaRPr lang="en-IN" sz="4000" dirty="0"/>
          </a:p>
          <a:p>
            <a:r>
              <a:rPr lang="en-IN" sz="4000" dirty="0" err="1"/>
              <a:t>éRúX</a:t>
            </a:r>
            <a:r>
              <a:rPr lang="en-IN" sz="4000" dirty="0"/>
              <a:t> </a:t>
            </a:r>
            <a:r>
              <a:rPr lang="en-IN" sz="4000" dirty="0" err="1"/>
              <a:t>Oôù</a:t>
            </a:r>
            <a:r>
              <a:rPr lang="en-IN" sz="4000" dirty="0"/>
              <a:t>]</a:t>
            </a:r>
            <a:r>
              <a:rPr lang="en-IN" sz="4000" dirty="0" err="1"/>
              <a:t>ôÚ</a:t>
            </a:r>
            <a:r>
              <a:rPr lang="en-IN" sz="4000" dirty="0"/>
              <a:t> </a:t>
            </a:r>
            <a:r>
              <a:rPr lang="en-IN" sz="4000" dirty="0" err="1"/>
              <a:t>Ak¨V</a:t>
            </a:r>
            <a:r>
              <a:rPr lang="en-IN" sz="4000" dirty="0"/>
              <a:t>]</a:t>
            </a:r>
            <a:r>
              <a:rPr lang="en-IN" sz="4000" dirty="0" err="1"/>
              <a:t>púXô</a:t>
            </a:r>
            <a:r>
              <a:rPr lang="en-IN" sz="4000" dirty="0"/>
              <a:t> </a:t>
            </a:r>
            <a:r>
              <a:rPr lang="en-IN" sz="4000" dirty="0" err="1"/>
              <a:t>VôjR</a:t>
            </a:r>
            <a:r>
              <a:rPr lang="en-IN" sz="4000" dirty="0"/>
              <a:t>\ô </a:t>
            </a:r>
            <a:r>
              <a:rPr lang="en-IN" sz="4000" dirty="0" err="1"/>
              <a:t>ùNnÙm</a:t>
            </a:r>
            <a:r>
              <a:rPr lang="en-IN" sz="4000" dirty="0"/>
              <a:t> </a:t>
            </a:r>
            <a:r>
              <a:rPr lang="en-IN" sz="4000" dirty="0" err="1"/>
              <a:t>úTôs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1100818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1521</TotalTime>
  <Words>61</Words>
  <Application>Microsoft Office PowerPoint</Application>
  <PresentationFormat>Widescreen</PresentationFormat>
  <Paragraphs>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Tamil Bible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samson christopher</dc:creator>
  <cp:lastModifiedBy>ETZC Media</cp:lastModifiedBy>
  <cp:revision>61</cp:revision>
  <dcterms:created xsi:type="dcterms:W3CDTF">2019-11-02T16:27:41Z</dcterms:created>
  <dcterms:modified xsi:type="dcterms:W3CDTF">2026-04-12T09:53:22Z</dcterms:modified>
</cp:coreProperties>
</file>
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4" r:id="rId5"/>
    <p:sldId id="395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undo custSel delSld modSld">
      <pc:chgData name="ETZC Media" userId="05f0189a5894c19d" providerId="LiveId" clId="{74A74B86-AB48-4D11-ACCF-EA0EDB4FDC3C}" dt="2026-04-12T09:50:44.935" v="37" actId="47"/>
      <pc:docMkLst>
        <pc:docMk/>
      </pc:docMkLst>
      <pc:sldChg chg="modSp mod">
        <pc:chgData name="ETZC Media" userId="05f0189a5894c19d" providerId="LiveId" clId="{74A74B86-AB48-4D11-ACCF-EA0EDB4FDC3C}" dt="2026-04-12T09:49:21.315" v="16" actId="20577"/>
        <pc:sldMkLst>
          <pc:docMk/>
          <pc:sldMk cId="944968354" sldId="391"/>
        </pc:sldMkLst>
        <pc:spChg chg="mod">
          <ac:chgData name="ETZC Media" userId="05f0189a5894c19d" providerId="LiveId" clId="{74A74B86-AB48-4D11-ACCF-EA0EDB4FDC3C}" dt="2026-04-12T09:49:21.315" v="16" actId="20577"/>
          <ac:spMkLst>
            <pc:docMk/>
            <pc:sldMk cId="944968354" sldId="391"/>
            <ac:spMk id="3" creationId="{8CB45A1D-049B-3D16-9734-22E1CCEE8E0E}"/>
          </ac:spMkLst>
        </pc:spChg>
      </pc:sldChg>
      <pc:sldChg chg="modSp mod">
        <pc:chgData name="ETZC Media" userId="05f0189a5894c19d" providerId="LiveId" clId="{74A74B86-AB48-4D11-ACCF-EA0EDB4FDC3C}" dt="2026-04-12T09:50:33.237" v="36" actId="1036"/>
        <pc:sldMkLst>
          <pc:docMk/>
          <pc:sldMk cId="1414681237" sldId="392"/>
        </pc:sldMkLst>
        <pc:spChg chg="mod">
          <ac:chgData name="ETZC Media" userId="05f0189a5894c19d" providerId="LiveId" clId="{74A74B86-AB48-4D11-ACCF-EA0EDB4FDC3C}" dt="2026-04-12T09:50:33.237" v="36" actId="1036"/>
          <ac:spMkLst>
            <pc:docMk/>
            <pc:sldMk cId="1414681237" sldId="392"/>
            <ac:spMk id="3" creationId="{06ED2DDD-E9DF-6675-227F-67D967EBF743}"/>
          </ac:spMkLst>
        </pc:spChg>
      </pc:sldChg>
      <pc:sldChg chg="delSp modSp del mod">
        <pc:chgData name="ETZC Media" userId="05f0189a5894c19d" providerId="LiveId" clId="{74A74B86-AB48-4D11-ACCF-EA0EDB4FDC3C}" dt="2026-04-12T09:50:44.935" v="37" actId="47"/>
        <pc:sldMkLst>
          <pc:docMk/>
          <pc:sldMk cId="4103851070" sldId="393"/>
        </pc:sldMkLst>
        <pc:spChg chg="del mod">
          <ac:chgData name="ETZC Media" userId="05f0189a5894c19d" providerId="LiveId" clId="{74A74B86-AB48-4D11-ACCF-EA0EDB4FDC3C}" dt="2026-04-12T09:50:02.514" v="26"/>
          <ac:spMkLst>
            <pc:docMk/>
            <pc:sldMk cId="4103851070" sldId="393"/>
            <ac:spMk id="3" creationId="{89530D06-2A1E-B790-149B-E44BB80F7D9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12-04-2026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8FA949-8384-94A5-EA02-64E3B04A6DCB}"/>
              </a:ext>
            </a:extLst>
          </p:cNvPr>
          <p:cNvSpPr txBox="1"/>
          <p:nvPr/>
        </p:nvSpPr>
        <p:spPr>
          <a:xfrm>
            <a:off x="0" y="53777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LiÔ ¿o GkÖ </a:t>
            </a:r>
            <a:r>
              <a:rPr lang="en-IN" dirty="0" err="1"/>
              <a:t>UôßúUô</a:t>
            </a:r>
            <a:r>
              <a:rPr lang="en-IN" dirty="0"/>
              <a:t> </a:t>
            </a:r>
          </a:p>
          <a:p>
            <a:r>
              <a:rPr lang="en-IN" dirty="0" err="1"/>
              <a:t>úYR</a:t>
            </a:r>
            <a:r>
              <a:rPr lang="en-IN" dirty="0"/>
              <a:t>]Ls GkÖ ¾ÚúUô </a:t>
            </a:r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45A1D-049B-3D16-9734-22E1CCEE8E0E}"/>
              </a:ext>
            </a:extLst>
          </p:cNvPr>
          <p:cNvSpPr txBox="1"/>
          <p:nvPr/>
        </p:nvSpPr>
        <p:spPr>
          <a:xfrm>
            <a:off x="0" y="53777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LxPTô¥u</a:t>
            </a:r>
            <a:r>
              <a:rPr lang="en-IN" dirty="0"/>
              <a:t> </a:t>
            </a:r>
            <a:r>
              <a:rPr lang="en-IN" dirty="0" err="1"/>
              <a:t>LôXeM°p</a:t>
            </a:r>
            <a:r>
              <a:rPr lang="en-IN" dirty="0"/>
              <a:t> </a:t>
            </a:r>
          </a:p>
          <a:p>
            <a:r>
              <a:rPr lang="en-IN" dirty="0" err="1"/>
              <a:t>CWh</a:t>
            </a:r>
            <a:r>
              <a:rPr lang="en-IN" dirty="0">
                <a:latin typeface="Tamil Bible" pitchFamily="2" charset="0"/>
              </a:rPr>
              <a:t>\</a:t>
            </a:r>
            <a:r>
              <a:rPr lang="en-IN" dirty="0" err="1">
                <a:latin typeface="Tamil Bible" pitchFamily="2" charset="0"/>
              </a:rPr>
              <a:t>p</a:t>
            </a:r>
            <a:r>
              <a:rPr lang="en-IN" dirty="0" err="1"/>
              <a:t>lTô</a:t>
            </a:r>
            <a:r>
              <a:rPr lang="en-IN" dirty="0"/>
              <a:t>]</a:t>
            </a:r>
            <a:r>
              <a:rPr lang="en-IN" dirty="0" err="1"/>
              <a:t>ôn</a:t>
            </a:r>
            <a:r>
              <a:rPr lang="en-IN" dirty="0"/>
              <a:t> ¿ </a:t>
            </a:r>
            <a:r>
              <a:rPr lang="en-IN" dirty="0" err="1"/>
              <a:t>YWú</a:t>
            </a:r>
            <a:r>
              <a:rPr lang="en-IN" dirty="0"/>
              <a:t>]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ED2DDD-E9DF-6675-227F-67D967EBF743}"/>
              </a:ext>
            </a:extLst>
          </p:cNvPr>
          <p:cNvSpPr txBox="1"/>
          <p:nvPr/>
        </p:nvSpPr>
        <p:spPr>
          <a:xfrm>
            <a:off x="0" y="5373627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CLj§p</a:t>
            </a:r>
            <a:r>
              <a:rPr lang="en-IN" dirty="0"/>
              <a:t> </a:t>
            </a:r>
            <a:r>
              <a:rPr lang="en-IN" dirty="0" err="1"/>
              <a:t>JkÖªpXôúV</a:t>
            </a:r>
            <a:r>
              <a:rPr lang="en-IN" dirty="0"/>
              <a:t> </a:t>
            </a:r>
            <a:r>
              <a:rPr lang="en-IN" dirty="0" err="1"/>
              <a:t>úS¥V</a:t>
            </a:r>
            <a:r>
              <a:rPr lang="en-IN" dirty="0"/>
              <a:t> </a:t>
            </a:r>
            <a:r>
              <a:rPr lang="en-IN" dirty="0" err="1"/>
              <a:t>ùRpXôm</a:t>
            </a:r>
            <a:r>
              <a:rPr lang="en-IN" dirty="0"/>
              <a:t> ¨</a:t>
            </a:r>
            <a:r>
              <a:rPr lang="en-IN" dirty="0" err="1"/>
              <a:t>jVúV</a:t>
            </a:r>
            <a:endParaRPr lang="en-IN" dirty="0"/>
          </a:p>
          <a:p>
            <a:r>
              <a:rPr lang="en-IN" dirty="0"/>
              <a:t>TWúR£VôàX¡p </a:t>
            </a:r>
            <a:r>
              <a:rPr lang="en-IN" dirty="0" err="1"/>
              <a:t>C®ùPkÖm</a:t>
            </a:r>
            <a:r>
              <a:rPr lang="en-IN" dirty="0"/>
              <a:t> </a:t>
            </a:r>
            <a:r>
              <a:rPr lang="en-IN" dirty="0" err="1"/>
              <a:t>Ak¨V</a:t>
            </a:r>
            <a:r>
              <a:rPr lang="en-IN" dirty="0"/>
              <a:t>]</a:t>
            </a:r>
            <a:r>
              <a:rPr lang="en-IN" dirty="0" err="1"/>
              <a:t>púXô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62C56-2EC9-39D4-32DA-FC4C9F3B8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1139C3A-E074-B422-86C9-92BB5A1A2D15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3C243-3F5A-A3FF-941D-CF7B6A292484}"/>
              </a:ext>
            </a:extLst>
          </p:cNvPr>
          <p:cNvSpPr txBox="1"/>
          <p:nvPr/>
        </p:nvSpPr>
        <p:spPr>
          <a:xfrm>
            <a:off x="0" y="5373625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pl-PL" dirty="0"/>
              <a:t>TWú] ®v\U Sôh¥p Oôu </a:t>
            </a:r>
          </a:p>
          <a:p>
            <a:r>
              <a:rPr lang="en-IN" dirty="0" err="1"/>
              <a:t>GjÕYôu</a:t>
            </a:r>
            <a:r>
              <a:rPr lang="en-IN" dirty="0"/>
              <a:t> </a:t>
            </a:r>
            <a:r>
              <a:rPr lang="en-IN" dirty="0" err="1"/>
              <a:t>ùYmTp</a:t>
            </a:r>
            <a:r>
              <a:rPr lang="en-IN" dirty="0"/>
              <a:t> </a:t>
            </a:r>
            <a:r>
              <a:rPr lang="en-IN" dirty="0" err="1"/>
              <a:t>ùLôsÞkúS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1670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D0D4A-53EC-6E08-A409-7ABFF6BB7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9FB5590-FA2C-8ED7-75D3-DCD7E3AADCA3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61C6AA-E008-FDBA-79A6-5DDCF509EF0B}"/>
              </a:ext>
            </a:extLst>
          </p:cNvPr>
          <p:cNvSpPr txBox="1"/>
          <p:nvPr/>
        </p:nvSpPr>
        <p:spPr>
          <a:xfrm>
            <a:off x="-1" y="5377725"/>
            <a:ext cx="12192001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JhÓm</a:t>
            </a:r>
            <a:r>
              <a:rPr lang="en-IN" dirty="0"/>
              <a:t> </a:t>
            </a:r>
            <a:r>
              <a:rPr lang="en-IN" dirty="0" err="1"/>
              <a:t>RôU^m</a:t>
            </a:r>
            <a:r>
              <a:rPr lang="en-IN" dirty="0"/>
              <a:t> </a:t>
            </a:r>
            <a:r>
              <a:rPr lang="en-IN" dirty="0" err="1"/>
              <a:t>ûYdLpúX</a:t>
            </a:r>
            <a:r>
              <a:rPr lang="en-IN" dirty="0"/>
              <a:t> </a:t>
            </a:r>
          </a:p>
          <a:p>
            <a:r>
              <a:rPr lang="en-IN" dirty="0"/>
              <a:t>¨</a:t>
            </a:r>
            <a:r>
              <a:rPr lang="en-IN" dirty="0" err="1"/>
              <a:t>plTôu</a:t>
            </a:r>
            <a:r>
              <a:rPr lang="en-IN" dirty="0"/>
              <a:t> </a:t>
            </a:r>
            <a:r>
              <a:rPr lang="en-IN" dirty="0" err="1"/>
              <a:t>Ndj</a:t>
            </a:r>
            <a:r>
              <a:rPr lang="en-IN" dirty="0"/>
              <a:t>§ </a:t>
            </a:r>
            <a:r>
              <a:rPr lang="en-IN" dirty="0" err="1"/>
              <a:t>ùRpÛm</a:t>
            </a:r>
            <a:r>
              <a:rPr lang="en-IN" dirty="0"/>
              <a:t> </a:t>
            </a:r>
            <a:r>
              <a:rPr lang="en-IN" dirty="0" err="1"/>
              <a:t>CpXôúV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4542467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1521</TotalTime>
  <Words>72</Words>
  <Application>Microsoft Office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Tamil Bible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2026-04-12T09:50:56Z</dcterms:modified>
</cp:coreProperties>
</file>
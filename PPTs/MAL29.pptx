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ZC Media" userId="05f0189a5894c19d" providerId="LiveId" clId="{74A74B86-AB48-4D11-ACCF-EA0EDB4FDC3C}"/>
    <pc:docChg chg="modSld">
      <pc:chgData name="ETZC Media" userId="05f0189a5894c19d" providerId="LiveId" clId="{74A74B86-AB48-4D11-ACCF-EA0EDB4FDC3C}" dt="2026-03-15T01:36:21.970" v="3" actId="2711"/>
      <pc:docMkLst>
        <pc:docMk/>
      </pc:docMkLst>
      <pc:sldChg chg="modSp mod">
        <pc:chgData name="ETZC Media" userId="05f0189a5894c19d" providerId="LiveId" clId="{74A74B86-AB48-4D11-ACCF-EA0EDB4FDC3C}" dt="2026-03-15T01:36:21.970" v="3" actId="2711"/>
        <pc:sldMkLst>
          <pc:docMk/>
          <pc:sldMk cId="3962300631" sldId="395"/>
        </pc:sldMkLst>
        <pc:spChg chg="mod">
          <ac:chgData name="ETZC Media" userId="05f0189a5894c19d" providerId="LiveId" clId="{74A74B86-AB48-4D11-ACCF-EA0EDB4FDC3C}" dt="2026-03-15T01:36:21.970" v="3" actId="2711"/>
          <ac:spMkLst>
            <pc:docMk/>
            <pc:sldMk cId="3962300631" sldId="395"/>
            <ac:spMk id="3" creationId="{13BC0849-0A6F-268A-77DB-E870EB28858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5FD365-F8FE-99A5-0B34-CE30D0798651}"/>
              </a:ext>
            </a:extLst>
          </p:cNvPr>
          <p:cNvSpPr txBox="1"/>
          <p:nvPr/>
        </p:nvSpPr>
        <p:spPr>
          <a:xfrm>
            <a:off x="0" y="5385985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pt-BR" dirty="0"/>
              <a:t>BLô^úU úLsdL éªúV ùN®R¬L </a:t>
            </a:r>
            <a:r>
              <a:rPr lang="es-ES" dirty="0" err="1"/>
              <a:t>Oôu</a:t>
            </a:r>
            <a:r>
              <a:rPr lang="es-ES" dirty="0"/>
              <a:t> </a:t>
            </a:r>
            <a:r>
              <a:rPr lang="es-ES" dirty="0" err="1"/>
              <a:t>UdLú</a:t>
            </a:r>
            <a:r>
              <a:rPr lang="es-ES" dirty="0"/>
              <a:t>[</a:t>
            </a:r>
          </a:p>
          <a:p>
            <a:r>
              <a:rPr lang="es-ES" dirty="0" err="1"/>
              <a:t>úTôt</a:t>
            </a:r>
            <a:r>
              <a:rPr lang="es-ES" dirty="0"/>
              <a:t>± Y[</a:t>
            </a:r>
            <a:r>
              <a:rPr lang="es-ES" dirty="0" err="1"/>
              <a:t>oój</a:t>
            </a:r>
            <a:r>
              <a:rPr lang="es-ES" dirty="0"/>
              <a:t>§ </a:t>
            </a:r>
            <a:r>
              <a:rPr lang="en-IN" dirty="0" err="1"/>
              <a:t>AYo</a:t>
            </a:r>
            <a:r>
              <a:rPr lang="en-IN" dirty="0"/>
              <a:t> </a:t>
            </a:r>
            <a:r>
              <a:rPr lang="en-IN" dirty="0" err="1"/>
              <a:t>Guú</a:t>
            </a:r>
            <a:r>
              <a:rPr lang="en-IN" dirty="0"/>
              <a:t>]</a:t>
            </a:r>
            <a:r>
              <a:rPr lang="en-IN" dirty="0" err="1"/>
              <a:t>ôÓUp</a:t>
            </a:r>
            <a:r>
              <a:rPr lang="en-IN" dirty="0"/>
              <a:t>^¬</a:t>
            </a:r>
            <a:r>
              <a:rPr lang="en-IN" dirty="0" err="1"/>
              <a:t>dÏkÖ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0769AC-18C9-F771-1F09-F464FA069C71}"/>
              </a:ext>
            </a:extLst>
          </p:cNvPr>
          <p:cNvSpPr txBox="1"/>
          <p:nvPr/>
        </p:nvSpPr>
        <p:spPr>
          <a:xfrm>
            <a:off x="0" y="5381838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Lô[ </a:t>
            </a:r>
            <a:r>
              <a:rPr lang="en-IN" dirty="0" err="1"/>
              <a:t>Ruù</a:t>
            </a:r>
            <a:r>
              <a:rPr lang="en-IN" dirty="0"/>
              <a:t>\ </a:t>
            </a:r>
            <a:r>
              <a:rPr lang="en-IN" dirty="0" err="1"/>
              <a:t>EûPVYú</a:t>
            </a:r>
            <a:r>
              <a:rPr lang="en-IN" dirty="0"/>
              <a:t>] </a:t>
            </a:r>
          </a:p>
          <a:p>
            <a:r>
              <a:rPr lang="en-IN" dirty="0"/>
              <a:t>LÝR </a:t>
            </a:r>
            <a:r>
              <a:rPr lang="en-IN" dirty="0" err="1"/>
              <a:t>Ruù</a:t>
            </a:r>
            <a:r>
              <a:rPr lang="en-IN" dirty="0"/>
              <a:t>\ </a:t>
            </a:r>
            <a:r>
              <a:rPr lang="en-IN" dirty="0" err="1"/>
              <a:t>G_Uô</a:t>
            </a:r>
            <a:r>
              <a:rPr lang="en-IN" dirty="0"/>
              <a:t>]</a:t>
            </a:r>
            <a:r>
              <a:rPr lang="en-IN" dirty="0" err="1"/>
              <a:t>uù</a:t>
            </a:r>
            <a:r>
              <a:rPr lang="en-IN" dirty="0"/>
              <a:t>\ </a:t>
            </a:r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CD1775-E233-1706-2A8E-565C60FAA660}"/>
              </a:ext>
            </a:extLst>
          </p:cNvPr>
          <p:cNvSpPr txBox="1"/>
          <p:nvPr/>
        </p:nvSpPr>
        <p:spPr>
          <a:xfrm>
            <a:off x="0" y="5389015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×</a:t>
            </a:r>
            <a:r>
              <a:rPr lang="en-IN" dirty="0" err="1"/>
              <a:t>pùRôh</a:t>
            </a:r>
            <a:r>
              <a:rPr lang="en-IN" dirty="0"/>
              <a:t>¥ </a:t>
            </a:r>
            <a:r>
              <a:rPr lang="en-IN" dirty="0" err="1"/>
              <a:t>A±Ùk¨púXô</a:t>
            </a:r>
            <a:r>
              <a:rPr lang="en-IN" dirty="0"/>
              <a:t> </a:t>
            </a:r>
          </a:p>
          <a:p>
            <a:r>
              <a:rPr lang="pt-BR" dirty="0"/>
              <a:t>Gu _]m A±Ùk¨púX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FB1BC8-EFBE-3FE3-2CED-C2ABF0FA1510}"/>
              </a:ext>
            </a:extLst>
          </p:cNvPr>
          <p:cNvSpPr txBox="1"/>
          <p:nvPr/>
        </p:nvSpPr>
        <p:spPr>
          <a:xfrm>
            <a:off x="0" y="5381825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ALoj§V</a:t>
            </a:r>
            <a:r>
              <a:rPr lang="en-IN" dirty="0"/>
              <a:t> </a:t>
            </a:r>
            <a:r>
              <a:rPr lang="en-IN" dirty="0" err="1"/>
              <a:t>TôWm</a:t>
            </a:r>
            <a:r>
              <a:rPr lang="en-IN" dirty="0"/>
              <a:t> </a:t>
            </a:r>
            <a:r>
              <a:rPr lang="en-IN" dirty="0" err="1"/>
              <a:t>ÑUdÏm</a:t>
            </a:r>
            <a:r>
              <a:rPr lang="en-IN" dirty="0"/>
              <a:t> _]m </a:t>
            </a:r>
          </a:p>
          <a:p>
            <a:r>
              <a:rPr lang="en-IN" dirty="0" err="1"/>
              <a:t>Õx</a:t>
            </a:r>
            <a:r>
              <a:rPr lang="en-IN" dirty="0"/>
              <a:t> l\</a:t>
            </a:r>
            <a:r>
              <a:rPr lang="en-IN" dirty="0" err="1"/>
              <a:t>Yoj</a:t>
            </a:r>
            <a:r>
              <a:rPr lang="en-IN" dirty="0"/>
              <a:t>§ </a:t>
            </a:r>
            <a:r>
              <a:rPr lang="en-IN" dirty="0" err="1"/>
              <a:t>LôÚùP</a:t>
            </a:r>
            <a:r>
              <a:rPr lang="en-IN" dirty="0"/>
              <a:t> </a:t>
            </a:r>
            <a:r>
              <a:rPr lang="en-IN" dirty="0" err="1"/>
              <a:t>UdLs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B8931-B9B0-30FF-F5B4-D7E7CD6F9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F2D062-FD2E-21E6-560D-EB205AF85C02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8A28DD-8A15-0A61-6210-A4AE892F7877}"/>
              </a:ext>
            </a:extLst>
          </p:cNvPr>
          <p:cNvSpPr txBox="1"/>
          <p:nvPr/>
        </p:nvSpPr>
        <p:spPr>
          <a:xfrm>
            <a:off x="-1" y="5377726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Y`[ô« </a:t>
            </a:r>
            <a:r>
              <a:rPr lang="en-IN" dirty="0" err="1"/>
              <a:t>SPdÏkSYo</a:t>
            </a:r>
            <a:r>
              <a:rPr lang="en-IN" dirty="0"/>
              <a:t> </a:t>
            </a:r>
          </a:p>
          <a:p>
            <a:r>
              <a:rPr lang="en-IN" dirty="0" err="1"/>
              <a:t>ùRnYm</a:t>
            </a:r>
            <a:r>
              <a:rPr lang="en-IN" dirty="0"/>
              <a:t> </a:t>
            </a:r>
            <a:r>
              <a:rPr lang="en-IN" dirty="0" err="1"/>
              <a:t>BùWkS±V¨pXô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6754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9C872-9951-EAC4-71FB-939BAC962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AA0C93-3067-BF84-BBE3-B159DB3980A2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BC0849-0A6F-268A-77DB-E870EB288582}"/>
              </a:ext>
            </a:extLst>
          </p:cNvPr>
          <p:cNvSpPr txBox="1"/>
          <p:nvPr/>
        </p:nvSpPr>
        <p:spPr>
          <a:xfrm>
            <a:off x="-1" y="5381826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BLô^j§u</a:t>
            </a:r>
            <a:r>
              <a:rPr lang="en-IN" dirty="0"/>
              <a:t> </a:t>
            </a:r>
            <a:r>
              <a:rPr lang="en-IN" dirty="0" err="1"/>
              <a:t>ùTÚm</a:t>
            </a:r>
            <a:r>
              <a:rPr lang="en-IN" dirty="0"/>
              <a:t> </a:t>
            </a:r>
            <a:r>
              <a:rPr lang="en-IN" dirty="0" err="1"/>
              <a:t>Oôû</a:t>
            </a:r>
            <a:r>
              <a:rPr lang="en-IN" dirty="0"/>
              <a:t>\</a:t>
            </a:r>
            <a:r>
              <a:rPr lang="en-IN" dirty="0" err="1"/>
              <a:t>Ùm</a:t>
            </a:r>
            <a:r>
              <a:rPr lang="en-IN" dirty="0"/>
              <a:t> </a:t>
            </a:r>
          </a:p>
          <a:p>
            <a:r>
              <a:rPr lang="en-IN" dirty="0" err="1"/>
              <a:t>ùLôdÏm</a:t>
            </a:r>
            <a:r>
              <a:rPr lang="en-IN" dirty="0"/>
              <a:t> </a:t>
            </a:r>
            <a:r>
              <a:rPr lang="en-IN" dirty="0" err="1"/>
              <a:t>ÁYpTh</a:t>
            </a:r>
            <a:r>
              <a:rPr lang="en-US" dirty="0">
                <a:latin typeface="Tamil Bible" pitchFamily="2" charset="0"/>
              </a:rPr>
              <a:t>\p</a:t>
            </a:r>
            <a:r>
              <a:rPr lang="en-IN" dirty="0" err="1"/>
              <a:t>Ùm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62300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B3CFC-C01B-3DB7-4EEF-36E0BC1CB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71CDCC-DD93-5B7A-2CF4-F108D44321FD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A2C8CC-9BB5-11B4-9F3D-5A6EBBCADA54}"/>
              </a:ext>
            </a:extLst>
          </p:cNvPr>
          <p:cNvSpPr txBox="1"/>
          <p:nvPr/>
        </p:nvSpPr>
        <p:spPr>
          <a:xfrm>
            <a:off x="-1" y="5377726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AYRuù</a:t>
            </a:r>
            <a:r>
              <a:rPr lang="en-IN" dirty="0"/>
              <a:t>\ </a:t>
            </a:r>
            <a:r>
              <a:rPr lang="en-IN" dirty="0" err="1"/>
              <a:t>LôXU±Ùm</a:t>
            </a:r>
            <a:r>
              <a:rPr lang="en-IN" dirty="0"/>
              <a:t> </a:t>
            </a:r>
          </a:p>
          <a:p>
            <a:r>
              <a:rPr lang="en-IN" dirty="0"/>
              <a:t>Gu _]m </a:t>
            </a:r>
            <a:r>
              <a:rPr lang="en-IN" dirty="0" err="1"/>
              <a:t>A±Ù¨pXô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647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1521</TotalTime>
  <Words>108</Words>
  <Application>Microsoft Office PowerPoint</Application>
  <PresentationFormat>Widescreen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Tamil Bible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2026-03-15T01:36:28Z</dcterms:modified>
</cp:coreProperties>
</file>
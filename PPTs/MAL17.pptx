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2" r:id="rId4"/>
    <p:sldId id="393" r:id="rId5"/>
    <p:sldId id="394" r:id="rId6"/>
    <p:sldId id="395" r:id="rId7"/>
    <p:sldId id="396" r:id="rId8"/>
    <p:sldId id="39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9" autoAdjust="0"/>
    <p:restoredTop sz="94660"/>
  </p:normalViewPr>
  <p:slideViewPr>
    <p:cSldViewPr snapToGrid="0">
      <p:cViewPr varScale="1">
        <p:scale>
          <a:sx n="85" d="100"/>
          <a:sy n="85" d="100"/>
        </p:scale>
        <p:origin x="2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C3A11-E23C-4C91-9DAA-A7DB6AAC3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9B5FFF-93D6-4781-9A9A-E77BFC633F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AF2BD-5705-4D68-A5C3-FBDF01E19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34289-4247-4A68-84EA-EC9C2AEA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495B14-B1A5-4B06-999C-C4619E53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7037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70075-6DF3-4D25-9E98-8EACF14B5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316E2-57C7-4969-A937-83683E6C3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D9A98-C774-4FBA-9E43-97B358F7C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6B057-DC36-4DB4-9F9E-5DC9B4972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40CEF-5B50-4D62-BC0D-17F262FE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363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6881E-2714-461B-835E-11CD8C500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4D953-F5C7-4907-A6A2-7471E14A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893CD-3379-413B-83AE-6DB29B488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ABBE6-9798-474F-9DC9-5D7748434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3A9AA-F217-4F8B-8C0B-E5B701396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1254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30405-2FFA-489F-A091-516DF2485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E5996-7684-47DE-BDE3-20C0C8B60C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1D4D6-8CA6-4E29-B0A2-5A5430279F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2E4EB-CDF8-4388-977A-A23A1939A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91F11-4457-44F1-9D0B-4A80867F9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70009C-156A-4A7B-A8DC-F6F2F51F6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9015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07BB3-03A9-4EE7-AD64-AA7399955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4D1E44-1CDC-449D-A89A-152A9065E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1E435-41B5-41EA-A7D5-785856073A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13068B-395C-41F3-A20A-42C2988BB5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B5C03A-FC37-4724-94D3-FF914040B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A4CF3-0126-489D-9468-3ACE023F0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95F04B-70AE-4706-816F-C8683A39C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4D49BD-F5FC-46FB-BADC-70206F6F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100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2DF4-5229-4F19-A3B1-B880B8321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13378-9289-4C36-A428-FEEA740E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EA3F8A-5715-4096-8B09-8571E71D8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9E9A8-FE2A-48C4-B526-9F7335E4B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7084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AF0D03-7706-4581-97C1-2E207305F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F9B19E-0D30-4EFF-A3C7-C96D5C712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27EFB-7046-405C-A504-222E2576E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2782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91C1B-F111-40C4-BB5A-B74F26EA8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2226E-20DC-41CA-82F0-B69271F15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F6660-841C-4122-B5A6-7EABEEFDE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95D9D-C89E-4F16-A4B4-5AFAF8BF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250DC-F2F2-406D-AF30-4DE903C90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D4A2D2-6822-432B-90F4-C3F53E78F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8573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37C8F-DFB1-47D0-8E5D-FAE5A70C7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2508E8-6278-4956-AB06-2A8E53154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C2D61B-9E44-40C8-B2E0-C367DC860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6A4578-BFD2-4435-8311-EACF16FDF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66CFB-41AA-4778-9006-DD0F50DD4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40E51-3D05-4164-8CF6-AC9EFF52C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295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1FEB-CA5A-4877-9220-9B3E648E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2450D2-77FC-4EDB-8F1C-1CC3EF4CE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919E6-BAF5-4071-BDB8-629F059E3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C5F2A-6BC6-4860-8EA2-FE2818A38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7F6BB-8838-4037-945B-8285D675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4919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5CB40E-0988-4261-A5D4-A7E976BB5B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9ED98-8EEA-4753-A678-3844E2967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4BDA5-045A-447B-842F-2D8D60840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BA941-A2D6-42CD-868F-819E4ED6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6A5C88-663A-4A01-A873-281DEC627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215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01418D-3656-4BD6-9DCD-94B00899F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52415B-FAA0-4266-9239-A964B3E96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BFE41-C246-42A8-BA06-A34E77CF4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236BB-53DE-4462-8C4F-7698E6995948}" type="datetimeFigureOut">
              <a:rPr lang="en-IN" smtClean="0"/>
              <a:t>08-02-2026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48419-4B2D-42AB-A087-12306EDEE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D8839-BF83-4F9B-B3F0-62E69B3AC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01F3A7-B79A-4B31-A11E-360BB58D73F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830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BDB258-58CC-44AE-80BE-DB2ADED7CF91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2A7210-45AF-E4E7-6CB2-AF7F05842BC0}"/>
              </a:ext>
            </a:extLst>
          </p:cNvPr>
          <p:cNvSpPr txBox="1"/>
          <p:nvPr/>
        </p:nvSpPr>
        <p:spPr>
          <a:xfrm>
            <a:off x="-1" y="5374693"/>
            <a:ext cx="12191999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AdLûWdÏ</a:t>
            </a:r>
            <a:r>
              <a:rPr lang="en-IN" dirty="0"/>
              <a:t> </a:t>
            </a:r>
            <a:r>
              <a:rPr lang="en-IN" dirty="0" err="1"/>
              <a:t>Vôj</a:t>
            </a:r>
            <a:r>
              <a:rPr lang="en-IN" dirty="0"/>
              <a:t>\ </a:t>
            </a:r>
            <a:r>
              <a:rPr lang="en-IN" dirty="0" err="1"/>
              <a:t>ùNnÙm</a:t>
            </a:r>
            <a:r>
              <a:rPr lang="en-IN" dirty="0"/>
              <a:t> º</a:t>
            </a:r>
            <a:r>
              <a:rPr lang="en-IN" dirty="0" err="1"/>
              <a:t>úVôu</a:t>
            </a:r>
            <a:r>
              <a:rPr lang="en-IN" dirty="0"/>
              <a:t> </a:t>
            </a:r>
            <a:r>
              <a:rPr lang="en-IN" dirty="0" err="1"/>
              <a:t>NgNô</a:t>
            </a:r>
            <a:r>
              <a:rPr lang="en-IN" dirty="0"/>
              <a:t>¬ </a:t>
            </a:r>
          </a:p>
          <a:p>
            <a:r>
              <a:rPr lang="en-IN" dirty="0"/>
              <a:t>K[</a:t>
            </a:r>
            <a:r>
              <a:rPr lang="en-IN" dirty="0" err="1"/>
              <a:t>eMs</a:t>
            </a:r>
            <a:r>
              <a:rPr lang="en-IN" dirty="0"/>
              <a:t> </a:t>
            </a:r>
            <a:r>
              <a:rPr lang="en-IN" dirty="0" err="1"/>
              <a:t>LiÓ</a:t>
            </a:r>
            <a:r>
              <a:rPr lang="en-IN" dirty="0"/>
              <a:t> ¿ </a:t>
            </a:r>
            <a:r>
              <a:rPr lang="en-IN" dirty="0" err="1"/>
              <a:t>TVlTúPiPô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50099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BDB258-58CC-44AE-80BE-DB2ADED7CF91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F808D4-134F-2916-D9A9-D24F9843B41E}"/>
              </a:ext>
            </a:extLst>
          </p:cNvPr>
          <p:cNvSpPr txBox="1"/>
          <p:nvPr/>
        </p:nvSpPr>
        <p:spPr>
          <a:xfrm>
            <a:off x="0" y="5377729"/>
            <a:ext cx="12192000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Lôt±ú</a:t>
            </a:r>
            <a:r>
              <a:rPr lang="en-IN" dirty="0"/>
              <a:t>]</a:t>
            </a:r>
            <a:r>
              <a:rPr lang="en-IN" dirty="0" err="1"/>
              <a:t>Ùm</a:t>
            </a:r>
            <a:r>
              <a:rPr lang="en-IN" dirty="0"/>
              <a:t> </a:t>
            </a:r>
            <a:r>
              <a:rPr lang="en-IN" dirty="0" err="1"/>
              <a:t>LP</a:t>
            </a:r>
            <a:r>
              <a:rPr lang="en-IN" dirty="0" err="1">
                <a:latin typeface="Tamil Bible" pitchFamily="2" charset="0"/>
              </a:rPr>
              <a:t>yp</a:t>
            </a:r>
            <a:r>
              <a:rPr lang="en-IN" dirty="0" err="1"/>
              <a:t>ú</a:t>
            </a:r>
            <a:r>
              <a:rPr lang="en-IN" dirty="0"/>
              <a:t>]</a:t>
            </a:r>
            <a:r>
              <a:rPr lang="en-IN" dirty="0" err="1"/>
              <a:t>Ùm</a:t>
            </a:r>
            <a:r>
              <a:rPr lang="en-IN" dirty="0"/>
              <a:t> </a:t>
            </a:r>
          </a:p>
          <a:p>
            <a:r>
              <a:rPr lang="en-IN" dirty="0"/>
              <a:t>¨</a:t>
            </a:r>
            <a:r>
              <a:rPr lang="en-IN" dirty="0" err="1"/>
              <a:t>Vk</a:t>
            </a:r>
            <a:r>
              <a:rPr lang="en-IN" dirty="0"/>
              <a:t>§±</a:t>
            </a:r>
            <a:r>
              <a:rPr lang="en-IN" dirty="0" err="1"/>
              <a:t>lTôu</a:t>
            </a:r>
            <a:r>
              <a:rPr lang="en-IN" dirty="0"/>
              <a:t> </a:t>
            </a:r>
            <a:r>
              <a:rPr lang="en-IN" dirty="0" err="1"/>
              <a:t>L¯Üsú</a:t>
            </a:r>
            <a:r>
              <a:rPr lang="en-IN" dirty="0"/>
              <a:t>[</a:t>
            </a:r>
            <a:r>
              <a:rPr lang="en-IN" dirty="0" err="1"/>
              <a:t>ôu</a:t>
            </a:r>
            <a:r>
              <a:rPr lang="en-IN" dirty="0"/>
              <a:t> </a:t>
            </a:r>
            <a:r>
              <a:rPr lang="en-IN" dirty="0" err="1"/>
              <a:t>TP¡ÛiÓ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4968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BDB258-58CC-44AE-80BE-DB2ADED7CF91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F803A-53C0-43F8-DD57-FF9E426008FA}"/>
              </a:ext>
            </a:extLst>
          </p:cNvPr>
          <p:cNvSpPr txBox="1"/>
          <p:nvPr/>
        </p:nvSpPr>
        <p:spPr>
          <a:xfrm>
            <a:off x="0" y="5370539"/>
            <a:ext cx="12191999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/>
              <a:t>®</a:t>
            </a:r>
            <a:r>
              <a:rPr lang="en-IN" dirty="0" err="1"/>
              <a:t>vYô^Uôm</a:t>
            </a:r>
            <a:r>
              <a:rPr lang="en-IN" dirty="0"/>
              <a:t> </a:t>
            </a:r>
            <a:r>
              <a:rPr lang="en-IN" dirty="0" err="1"/>
              <a:t>TP¡p</a:t>
            </a:r>
            <a:r>
              <a:rPr lang="en-IN" dirty="0"/>
              <a:t> </a:t>
            </a:r>
            <a:r>
              <a:rPr lang="en-IN" dirty="0" err="1"/>
              <a:t>Vôj</a:t>
            </a:r>
            <a:r>
              <a:rPr lang="en-IN" dirty="0"/>
              <a:t>\ </a:t>
            </a:r>
            <a:r>
              <a:rPr lang="en-IN" dirty="0" err="1"/>
              <a:t>ùNnÙmúTôs</a:t>
            </a:r>
            <a:r>
              <a:rPr lang="en-IN" dirty="0"/>
              <a:t> </a:t>
            </a:r>
          </a:p>
          <a:p>
            <a:r>
              <a:rPr lang="en-IN" dirty="0" err="1"/>
              <a:t>RiÓ</a:t>
            </a:r>
            <a:r>
              <a:rPr lang="en-IN" dirty="0"/>
              <a:t> </a:t>
            </a:r>
            <a:r>
              <a:rPr lang="en-IN" dirty="0" err="1"/>
              <a:t>YfÑ</a:t>
            </a:r>
            <a:r>
              <a:rPr lang="en-IN" dirty="0"/>
              <a:t> ¿ </a:t>
            </a:r>
            <a:r>
              <a:rPr lang="en-IN" dirty="0" err="1"/>
              <a:t>YXg»ÓmúTôs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4681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BDB258-58CC-44AE-80BE-DB2ADED7CF91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B1083-638B-B6FC-054E-3701C62A3E62}"/>
              </a:ext>
            </a:extLst>
          </p:cNvPr>
          <p:cNvSpPr txBox="1"/>
          <p:nvPr/>
        </p:nvSpPr>
        <p:spPr>
          <a:xfrm>
            <a:off x="0" y="5377728"/>
            <a:ext cx="12192000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TVlTúPiPô</a:t>
            </a:r>
            <a:r>
              <a:rPr lang="en-IN" dirty="0"/>
              <a:t> </a:t>
            </a:r>
            <a:r>
              <a:rPr lang="en-IN" dirty="0" err="1"/>
              <a:t>LojRu</a:t>
            </a:r>
            <a:r>
              <a:rPr lang="en-IN" dirty="0"/>
              <a:t> </a:t>
            </a:r>
            <a:r>
              <a:rPr lang="en-IN" dirty="0" err="1"/>
              <a:t>áúPÙiÓ</a:t>
            </a:r>
            <a:r>
              <a:rPr lang="en-IN" dirty="0"/>
              <a:t> </a:t>
            </a:r>
          </a:p>
          <a:p>
            <a:r>
              <a:rPr lang="en-IN" dirty="0" err="1"/>
              <a:t>AÓl©dÏm</a:t>
            </a:r>
            <a:r>
              <a:rPr lang="en-IN" dirty="0"/>
              <a:t> </a:t>
            </a:r>
            <a:r>
              <a:rPr lang="en-IN" dirty="0" err="1"/>
              <a:t>vYo¸V</a:t>
            </a:r>
            <a:r>
              <a:rPr lang="en-IN" dirty="0"/>
              <a:t> Õ\</a:t>
            </a:r>
            <a:r>
              <a:rPr lang="en-IN" dirty="0" err="1"/>
              <a:t>ØLjÕ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3851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5D8B9-0C7C-1BC0-960C-C877373CA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88F326-90E7-13F4-ABEA-EE7BA8BB2142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E04AF5-17FD-210A-B9DF-00A959474C14}"/>
              </a:ext>
            </a:extLst>
          </p:cNvPr>
          <p:cNvSpPr txBox="1"/>
          <p:nvPr/>
        </p:nvSpPr>
        <p:spPr>
          <a:xfrm>
            <a:off x="0" y="5373627"/>
            <a:ext cx="12192000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Guù</a:t>
            </a:r>
            <a:r>
              <a:rPr lang="en-IN" dirty="0"/>
              <a:t>\ </a:t>
            </a:r>
            <a:r>
              <a:rPr lang="en-IN" dirty="0" err="1"/>
              <a:t>úRNm</a:t>
            </a:r>
            <a:r>
              <a:rPr lang="en-IN" dirty="0"/>
              <a:t> </a:t>
            </a:r>
            <a:r>
              <a:rPr lang="en-IN" dirty="0" err="1"/>
              <a:t>C®úPVpXô</a:t>
            </a:r>
            <a:r>
              <a:rPr lang="en-IN" dirty="0"/>
              <a:t> </a:t>
            </a:r>
          </a:p>
          <a:p>
            <a:r>
              <a:rPr lang="en-IN" dirty="0" err="1"/>
              <a:t>C®úP</a:t>
            </a:r>
            <a:r>
              <a:rPr lang="en-IN" dirty="0"/>
              <a:t> </a:t>
            </a:r>
            <a:r>
              <a:rPr lang="en-IN" dirty="0" err="1"/>
              <a:t>Oôu</a:t>
            </a:r>
            <a:r>
              <a:rPr lang="en-IN" dirty="0"/>
              <a:t> </a:t>
            </a:r>
            <a:r>
              <a:rPr lang="en-IN" dirty="0" err="1"/>
              <a:t>TWúRN</a:t>
            </a:r>
            <a:r>
              <a:rPr lang="en-IN" dirty="0"/>
              <a:t> </a:t>
            </a:r>
            <a:r>
              <a:rPr lang="en-IN" dirty="0" err="1"/>
              <a:t>Yô£VôQpúXô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35300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7F61E-2F1D-D435-0014-ADF3CECB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A85E76-3882-5A69-259D-C50A708F58BD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EB65ED-3882-3FBC-E4DD-DD44419840AA}"/>
              </a:ext>
            </a:extLst>
          </p:cNvPr>
          <p:cNvSpPr txBox="1"/>
          <p:nvPr/>
        </p:nvSpPr>
        <p:spPr>
          <a:xfrm>
            <a:off x="-1" y="5377728"/>
            <a:ext cx="12191999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AdLûWVôùQuú</a:t>
            </a:r>
            <a:r>
              <a:rPr lang="en-IN" dirty="0"/>
              <a:t>\ </a:t>
            </a:r>
            <a:r>
              <a:rPr lang="en-IN" dirty="0" err="1"/>
              <a:t>NôvYR</a:t>
            </a:r>
            <a:r>
              <a:rPr lang="en-IN" dirty="0"/>
              <a:t> </a:t>
            </a:r>
            <a:r>
              <a:rPr lang="en-IN" dirty="0" err="1"/>
              <a:t>SôÓ</a:t>
            </a:r>
            <a:r>
              <a:rPr lang="en-IN" dirty="0"/>
              <a:t> </a:t>
            </a:r>
          </a:p>
          <a:p>
            <a:r>
              <a:rPr lang="en-IN" dirty="0"/>
              <a:t>A®ùP²d </a:t>
            </a:r>
            <a:r>
              <a:rPr lang="en-IN" dirty="0" err="1"/>
              <a:t>ùLôÚdÏkS</a:t>
            </a:r>
            <a:r>
              <a:rPr lang="en-IN" dirty="0"/>
              <a:t> TY]</a:t>
            </a:r>
            <a:r>
              <a:rPr lang="en-IN" dirty="0" err="1"/>
              <a:t>ØiÓ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7740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2906-ABEF-D235-738A-7F8CB720D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7E74BF9-A1A4-AAB3-5355-33B194D62A5C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A0CFFB-DD8D-2AC9-227A-55F5648ADF70}"/>
              </a:ext>
            </a:extLst>
          </p:cNvPr>
          <p:cNvSpPr txBox="1"/>
          <p:nvPr/>
        </p:nvSpPr>
        <p:spPr>
          <a:xfrm>
            <a:off x="-1" y="5373623"/>
            <a:ext cx="12191999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 err="1"/>
              <a:t>ÏgOôP§u</a:t>
            </a:r>
            <a:r>
              <a:rPr lang="en-IN" dirty="0"/>
              <a:t> ®[</a:t>
            </a:r>
            <a:r>
              <a:rPr lang="en-IN" dirty="0" err="1"/>
              <a:t>dLôÔ</a:t>
            </a:r>
            <a:r>
              <a:rPr lang="en-IN" dirty="0"/>
              <a:t> </a:t>
            </a:r>
          </a:p>
          <a:p>
            <a:r>
              <a:rPr lang="en-IN" dirty="0" err="1"/>
              <a:t>CÚù</a:t>
            </a:r>
            <a:r>
              <a:rPr lang="en-IN" dirty="0"/>
              <a:t>[</a:t>
            </a:r>
            <a:r>
              <a:rPr lang="en-IN" dirty="0" err="1"/>
              <a:t>ôÚ</a:t>
            </a:r>
            <a:r>
              <a:rPr lang="en-IN" dirty="0"/>
              <a:t> </a:t>
            </a:r>
            <a:r>
              <a:rPr lang="en-IN" dirty="0" err="1"/>
              <a:t>úXNÜm</a:t>
            </a:r>
            <a:r>
              <a:rPr lang="en-IN" dirty="0"/>
              <a:t> </a:t>
            </a:r>
            <a:r>
              <a:rPr lang="en-IN" dirty="0" err="1"/>
              <a:t>A®ùP«pXô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6489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38D00-8BC1-9A5D-37F3-406B1DA4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6CB769-B396-451E-B854-DDBB80FDB16F}"/>
              </a:ext>
            </a:extLst>
          </p:cNvPr>
          <p:cNvSpPr/>
          <p:nvPr/>
        </p:nvSpPr>
        <p:spPr>
          <a:xfrm>
            <a:off x="0" y="5392855"/>
            <a:ext cx="12192000" cy="1465145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A89E10-3C6B-EF2A-6E41-BBA73A6891B7}"/>
              </a:ext>
            </a:extLst>
          </p:cNvPr>
          <p:cNvSpPr txBox="1"/>
          <p:nvPr/>
        </p:nvSpPr>
        <p:spPr>
          <a:xfrm>
            <a:off x="0" y="5377726"/>
            <a:ext cx="12192000" cy="144655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4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mil-049" pitchFamily="2" charset="0"/>
              </a:defRPr>
            </a:lvl1pPr>
          </a:lstStyle>
          <a:p>
            <a:r>
              <a:rPr lang="en-IN" dirty="0"/>
              <a:t>RÚùU²dÏ ¡</a:t>
            </a:r>
            <a:r>
              <a:rPr lang="en-IN" dirty="0" err="1"/>
              <a:t>ÃPùUôkÕ</a:t>
            </a:r>
            <a:r>
              <a:rPr lang="en-IN" dirty="0"/>
              <a:t> </a:t>
            </a:r>
          </a:p>
          <a:p>
            <a:r>
              <a:rPr lang="en-IN" dirty="0" err="1"/>
              <a:t>R¬l©dÏm</a:t>
            </a:r>
            <a:r>
              <a:rPr lang="en-IN" dirty="0"/>
              <a:t> </a:t>
            </a:r>
            <a:r>
              <a:rPr lang="en-IN" dirty="0" err="1"/>
              <a:t>AYù</a:t>
            </a:r>
            <a:r>
              <a:rPr lang="en-IN" dirty="0"/>
              <a:t>]</a:t>
            </a:r>
            <a:r>
              <a:rPr lang="en-IN" dirty="0" err="1"/>
              <a:t>uú</a:t>
            </a:r>
            <a:r>
              <a:rPr lang="en-IN" dirty="0"/>
              <a:t>] </a:t>
            </a:r>
            <a:r>
              <a:rPr lang="en-IN" dirty="0" err="1"/>
              <a:t>EpNY</a:t>
            </a:r>
            <a:r>
              <a:rPr lang="en-IN" dirty="0"/>
              <a:t> </a:t>
            </a:r>
            <a:r>
              <a:rPr lang="en-IN" dirty="0" err="1"/>
              <a:t>Yvj</a:t>
            </a:r>
            <a:r>
              <a:rPr lang="en-IN" dirty="0"/>
              <a:t>\m</a:t>
            </a:r>
          </a:p>
        </p:txBody>
      </p:sp>
    </p:spTree>
    <p:extLst>
      <p:ext uri="{BB962C8B-B14F-4D97-AF65-F5344CB8AC3E}">
        <p14:creationId xmlns:p14="http://schemas.microsoft.com/office/powerpoint/2010/main" val="2938313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1665</TotalTime>
  <Words>116</Words>
  <Application>Microsoft Office PowerPoint</Application>
  <PresentationFormat>Widescreen</PresentationFormat>
  <Paragraphs>16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Tamil Bible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samson christopher</dc:creator>
  <cp:lastModifiedBy>ETZC Media</cp:lastModifiedBy>
  <cp:revision>61</cp:revision>
  <dcterms:created xsi:type="dcterms:W3CDTF">2019-11-02T16:27:41Z</dcterms:created>
  <dcterms:modified xsi:type="dcterms:W3CDTF">2026-02-08T09:52:24Z</dcterms:modified>
</cp:coreProperties>
</file>
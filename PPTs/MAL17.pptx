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FE5E0-9822-2DF5-47DD-213C0DCBB649}"/>
              </a:ext>
            </a:extLst>
          </p:cNvPr>
          <p:cNvSpPr txBox="1"/>
          <p:nvPr/>
        </p:nvSpPr>
        <p:spPr>
          <a:xfrm>
            <a:off x="0" y="537469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AdLûWdÏ</a:t>
            </a:r>
            <a:r>
              <a:rPr lang="en-IN" dirty="0"/>
              <a:t> </a:t>
            </a:r>
            <a:r>
              <a:rPr lang="en-IN" dirty="0" err="1"/>
              <a:t>Vôj</a:t>
            </a:r>
            <a:r>
              <a:rPr lang="en-IN" dirty="0"/>
              <a:t>\ </a:t>
            </a:r>
            <a:r>
              <a:rPr lang="en-IN" dirty="0" err="1"/>
              <a:t>ùNnÙm</a:t>
            </a:r>
            <a:r>
              <a:rPr lang="en-IN" dirty="0"/>
              <a:t> º</a:t>
            </a:r>
            <a:r>
              <a:rPr lang="en-IN" dirty="0" err="1"/>
              <a:t>úVôu</a:t>
            </a:r>
            <a:r>
              <a:rPr lang="en-IN" dirty="0"/>
              <a:t> </a:t>
            </a:r>
            <a:r>
              <a:rPr lang="en-IN" dirty="0" err="1"/>
              <a:t>NgNô</a:t>
            </a:r>
            <a:r>
              <a:rPr lang="en-IN" dirty="0"/>
              <a:t>¬ </a:t>
            </a:r>
          </a:p>
          <a:p>
            <a:r>
              <a:rPr lang="en-IN" dirty="0"/>
              <a:t>K[</a:t>
            </a:r>
            <a:r>
              <a:rPr lang="en-IN" dirty="0" err="1"/>
              <a:t>eMs</a:t>
            </a:r>
            <a:r>
              <a:rPr lang="en-IN" dirty="0"/>
              <a:t> </a:t>
            </a:r>
            <a:r>
              <a:rPr lang="en-IN" dirty="0" err="1"/>
              <a:t>LiÓ</a:t>
            </a:r>
            <a:r>
              <a:rPr lang="en-IN" dirty="0"/>
              <a:t> ¿ </a:t>
            </a:r>
            <a:r>
              <a:rPr lang="en-IN" dirty="0" err="1"/>
              <a:t>TVlTúPiPô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E4D59-202A-5556-4376-DA8728CBCBC3}"/>
              </a:ext>
            </a:extLst>
          </p:cNvPr>
          <p:cNvSpPr txBox="1"/>
          <p:nvPr/>
        </p:nvSpPr>
        <p:spPr>
          <a:xfrm>
            <a:off x="0" y="53777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Lôt±ú</a:t>
            </a:r>
            <a:r>
              <a:rPr lang="en-IN" dirty="0"/>
              <a:t>]</a:t>
            </a:r>
            <a:r>
              <a:rPr lang="en-IN" dirty="0" err="1"/>
              <a:t>Ùm</a:t>
            </a:r>
            <a:r>
              <a:rPr lang="en-IN" dirty="0"/>
              <a:t> </a:t>
            </a:r>
            <a:r>
              <a:rPr lang="en-IN" dirty="0" err="1"/>
              <a:t>LP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ú</a:t>
            </a:r>
            <a:r>
              <a:rPr lang="en-IN" dirty="0"/>
              <a:t>]</a:t>
            </a:r>
            <a:r>
              <a:rPr lang="en-IN" dirty="0" err="1"/>
              <a:t>Ùm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Vk</a:t>
            </a:r>
            <a:r>
              <a:rPr lang="en-IN" dirty="0"/>
              <a:t>§±</a:t>
            </a:r>
            <a:r>
              <a:rPr lang="en-IN" dirty="0" err="1"/>
              <a:t>lTôu</a:t>
            </a:r>
            <a:r>
              <a:rPr lang="en-IN" dirty="0"/>
              <a:t> </a:t>
            </a:r>
            <a:r>
              <a:rPr lang="en-IN" dirty="0" err="1"/>
              <a:t>L¯Üsú</a:t>
            </a:r>
            <a:r>
              <a:rPr lang="en-IN" dirty="0"/>
              <a:t>[</a:t>
            </a:r>
            <a:r>
              <a:rPr lang="en-IN" dirty="0" err="1"/>
              <a:t>ôu</a:t>
            </a:r>
            <a:r>
              <a:rPr lang="en-IN" dirty="0"/>
              <a:t> </a:t>
            </a:r>
            <a:r>
              <a:rPr lang="en-IN" dirty="0" err="1"/>
              <a:t>TP¡ÛiÓ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E276C-5A20-6608-091D-58C26EA5EDB9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®</a:t>
            </a:r>
            <a:r>
              <a:rPr lang="en-IN" dirty="0" err="1"/>
              <a:t>vYô^Uôm</a:t>
            </a:r>
            <a:r>
              <a:rPr lang="en-IN" dirty="0"/>
              <a:t> </a:t>
            </a:r>
            <a:r>
              <a:rPr lang="en-IN" dirty="0" err="1"/>
              <a:t>TP¡p</a:t>
            </a:r>
            <a:r>
              <a:rPr lang="en-IN" dirty="0"/>
              <a:t> </a:t>
            </a:r>
            <a:r>
              <a:rPr lang="en-IN" dirty="0" err="1"/>
              <a:t>Vôj</a:t>
            </a:r>
            <a:r>
              <a:rPr lang="en-IN" dirty="0"/>
              <a:t>\ </a:t>
            </a:r>
            <a:r>
              <a:rPr lang="en-IN" dirty="0" err="1"/>
              <a:t>ùNnÙmúTôs</a:t>
            </a:r>
            <a:r>
              <a:rPr lang="en-IN" dirty="0"/>
              <a:t> </a:t>
            </a:r>
          </a:p>
          <a:p>
            <a:r>
              <a:rPr lang="en-IN" dirty="0" err="1"/>
              <a:t>RiÓ</a:t>
            </a:r>
            <a:r>
              <a:rPr lang="en-IN" dirty="0"/>
              <a:t> </a:t>
            </a:r>
            <a:r>
              <a:rPr lang="en-IN" dirty="0" err="1"/>
              <a:t>YfÑ</a:t>
            </a:r>
            <a:r>
              <a:rPr lang="en-IN" dirty="0"/>
              <a:t> ¿ </a:t>
            </a:r>
            <a:r>
              <a:rPr lang="en-IN" dirty="0" err="1"/>
              <a:t>YXg»ÓmúTôs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0A8A0-091E-511C-C0D3-24178A47D68E}"/>
              </a:ext>
            </a:extLst>
          </p:cNvPr>
          <p:cNvSpPr txBox="1"/>
          <p:nvPr/>
        </p:nvSpPr>
        <p:spPr>
          <a:xfrm>
            <a:off x="0" y="5377734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TVlTúPiPô</a:t>
            </a:r>
            <a:r>
              <a:rPr lang="en-IN" dirty="0"/>
              <a:t> </a:t>
            </a:r>
            <a:r>
              <a:rPr lang="en-IN" dirty="0" err="1"/>
              <a:t>LojRu</a:t>
            </a:r>
            <a:r>
              <a:rPr lang="en-IN" dirty="0"/>
              <a:t> </a:t>
            </a:r>
            <a:r>
              <a:rPr lang="en-IN" dirty="0" err="1"/>
              <a:t>áúPÙiÓ</a:t>
            </a:r>
            <a:r>
              <a:rPr lang="en-IN" dirty="0"/>
              <a:t> </a:t>
            </a:r>
          </a:p>
          <a:p>
            <a:r>
              <a:rPr lang="en-IN" dirty="0" err="1"/>
              <a:t>AÓl©dÏm</a:t>
            </a:r>
            <a:r>
              <a:rPr lang="en-IN" dirty="0"/>
              <a:t> </a:t>
            </a:r>
            <a:r>
              <a:rPr lang="en-IN" dirty="0" err="1"/>
              <a:t>vYo¸V</a:t>
            </a:r>
            <a:r>
              <a:rPr lang="en-IN" dirty="0"/>
              <a:t> Õ\</a:t>
            </a:r>
            <a:r>
              <a:rPr lang="en-IN" dirty="0" err="1"/>
              <a:t>ØLjÕ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A75A-FE2F-FB93-6CC3-01330D71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158552-C21E-0435-A76D-9CC2EA1C18F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900C5-49EA-F9BF-BB1B-28A02C329AD8}"/>
              </a:ext>
            </a:extLst>
          </p:cNvPr>
          <p:cNvSpPr txBox="1"/>
          <p:nvPr/>
        </p:nvSpPr>
        <p:spPr>
          <a:xfrm>
            <a:off x="0" y="537363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Guù</a:t>
            </a:r>
            <a:r>
              <a:rPr lang="en-IN" dirty="0"/>
              <a:t>\ </a:t>
            </a:r>
            <a:r>
              <a:rPr lang="en-IN" dirty="0" err="1"/>
              <a:t>úRNm</a:t>
            </a:r>
            <a:r>
              <a:rPr lang="en-IN" dirty="0"/>
              <a:t> </a:t>
            </a:r>
            <a:r>
              <a:rPr lang="en-IN" dirty="0" err="1"/>
              <a:t>C®úPVpXô</a:t>
            </a:r>
            <a:r>
              <a:rPr lang="en-IN" dirty="0"/>
              <a:t> </a:t>
            </a:r>
          </a:p>
          <a:p>
            <a:r>
              <a:rPr lang="en-IN" dirty="0" err="1"/>
              <a:t>C®úP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TWúRN</a:t>
            </a:r>
            <a:r>
              <a:rPr lang="en-IN" dirty="0"/>
              <a:t> </a:t>
            </a:r>
            <a:r>
              <a:rPr lang="en-IN" dirty="0" err="1"/>
              <a:t>Yô£VôQpúXô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673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0D6E-8CEE-860A-F133-6A48439A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0C1CEC-0938-8D5B-0DC8-C15685DB442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6AC60-BFBD-D7F5-5423-BE0F3814721B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AdLûWVôùQuú</a:t>
            </a:r>
            <a:r>
              <a:rPr lang="en-IN" dirty="0"/>
              <a:t>\ </a:t>
            </a:r>
            <a:r>
              <a:rPr lang="en-IN" dirty="0" err="1"/>
              <a:t>NôvYR</a:t>
            </a:r>
            <a:r>
              <a:rPr lang="en-IN" dirty="0"/>
              <a:t> </a:t>
            </a:r>
            <a:r>
              <a:rPr lang="en-IN" dirty="0" err="1"/>
              <a:t>SôÓ</a:t>
            </a:r>
            <a:r>
              <a:rPr lang="en-IN" dirty="0"/>
              <a:t> </a:t>
            </a:r>
          </a:p>
          <a:p>
            <a:r>
              <a:rPr lang="en-IN" dirty="0"/>
              <a:t>A®ùP²d </a:t>
            </a:r>
            <a:r>
              <a:rPr lang="en-IN" dirty="0" err="1"/>
              <a:t>ùLôÚdÏkS</a:t>
            </a:r>
            <a:r>
              <a:rPr lang="en-IN" dirty="0"/>
              <a:t> TY]</a:t>
            </a:r>
            <a:r>
              <a:rPr lang="en-IN" dirty="0" err="1"/>
              <a:t>ØiÓ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98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69919-85B2-701C-F85F-82CEC4E18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2D6897A-F12C-86F7-589A-3E8A106D068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1064B-8502-BF7C-02B1-269D9544E085}"/>
              </a:ext>
            </a:extLst>
          </p:cNvPr>
          <p:cNvSpPr txBox="1"/>
          <p:nvPr/>
        </p:nvSpPr>
        <p:spPr>
          <a:xfrm>
            <a:off x="0" y="53736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ÏgOôP§u</a:t>
            </a:r>
            <a:r>
              <a:rPr lang="en-IN" dirty="0"/>
              <a:t> ®[</a:t>
            </a:r>
            <a:r>
              <a:rPr lang="en-IN" dirty="0" err="1"/>
              <a:t>dLôÔ</a:t>
            </a:r>
            <a:r>
              <a:rPr lang="en-IN" dirty="0"/>
              <a:t> </a:t>
            </a:r>
          </a:p>
          <a:p>
            <a:r>
              <a:rPr lang="en-IN" dirty="0" err="1"/>
              <a:t>CÚù</a:t>
            </a:r>
            <a:r>
              <a:rPr lang="en-IN" dirty="0"/>
              <a:t>[</a:t>
            </a:r>
            <a:r>
              <a:rPr lang="en-IN" dirty="0" err="1"/>
              <a:t>ôÚ</a:t>
            </a:r>
            <a:r>
              <a:rPr lang="en-IN" dirty="0"/>
              <a:t> </a:t>
            </a:r>
            <a:r>
              <a:rPr lang="en-IN" dirty="0" err="1"/>
              <a:t>úXNÜm</a:t>
            </a:r>
            <a:r>
              <a:rPr lang="en-IN" dirty="0"/>
              <a:t> </a:t>
            </a:r>
            <a:r>
              <a:rPr lang="en-IN" dirty="0" err="1"/>
              <a:t>A®ùP«pXô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840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AF3B-63E4-6C2E-DAAC-97062617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61DE6E-2A12-4F09-583F-26B78CBA602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A2871-0A60-88B2-77B1-D579591CFBA4}"/>
              </a:ext>
            </a:extLst>
          </p:cNvPr>
          <p:cNvSpPr txBox="1"/>
          <p:nvPr/>
        </p:nvSpPr>
        <p:spPr>
          <a:xfrm>
            <a:off x="-1" y="5377733"/>
            <a:ext cx="12192001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RÚùU²dÏ ¡</a:t>
            </a:r>
            <a:r>
              <a:rPr lang="en-IN" dirty="0" err="1"/>
              <a:t>ÃPùUôkÕ</a:t>
            </a:r>
            <a:r>
              <a:rPr lang="en-IN" dirty="0"/>
              <a:t> </a:t>
            </a:r>
          </a:p>
          <a:p>
            <a:r>
              <a:rPr lang="en-IN" dirty="0" err="1"/>
              <a:t>R¬l©dÏm</a:t>
            </a:r>
            <a:r>
              <a:rPr lang="en-IN" dirty="0"/>
              <a:t> </a:t>
            </a:r>
            <a:r>
              <a:rPr lang="en-IN" dirty="0" err="1"/>
              <a:t>AYù</a:t>
            </a:r>
            <a:r>
              <a:rPr lang="en-IN" dirty="0"/>
              <a:t>]</a:t>
            </a:r>
            <a:r>
              <a:rPr lang="en-IN" dirty="0" err="1"/>
              <a:t>uú</a:t>
            </a:r>
            <a:r>
              <a:rPr lang="en-IN" dirty="0"/>
              <a:t>] </a:t>
            </a:r>
            <a:r>
              <a:rPr lang="en-IN" dirty="0" err="1"/>
              <a:t>EpNY</a:t>
            </a:r>
            <a:r>
              <a:rPr lang="en-IN" dirty="0"/>
              <a:t> </a:t>
            </a:r>
            <a:r>
              <a:rPr lang="en-IN" dirty="0" err="1"/>
              <a:t>Yvj</a:t>
            </a:r>
            <a:r>
              <a:rPr lang="en-IN" dirty="0"/>
              <a:t>\m</a:t>
            </a:r>
          </a:p>
        </p:txBody>
      </p:sp>
    </p:spTree>
    <p:extLst>
      <p:ext uri="{BB962C8B-B14F-4D97-AF65-F5344CB8AC3E}">
        <p14:creationId xmlns:p14="http://schemas.microsoft.com/office/powerpoint/2010/main" val="416145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</TotalTime>
  <Words>116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2026-02-22T08:25:58Z</dcterms:modified>
</cp:coreProperties>
</file>
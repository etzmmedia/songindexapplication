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4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21-02-2026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01A59D-4878-7D9F-74D5-7ECCFACE1436}"/>
              </a:ext>
            </a:extLst>
          </p:cNvPr>
          <p:cNvSpPr txBox="1"/>
          <p:nvPr/>
        </p:nvSpPr>
        <p:spPr>
          <a:xfrm>
            <a:off x="-1" y="53777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úXôLj§úXLVôv</a:t>
            </a:r>
            <a:r>
              <a:rPr lang="en-IN" dirty="0"/>
              <a:t>\</a:t>
            </a:r>
            <a:r>
              <a:rPr lang="en-IN" dirty="0" err="1"/>
              <a:t>Vm</a:t>
            </a:r>
            <a:r>
              <a:rPr lang="en-IN" dirty="0"/>
              <a:t> Gu </a:t>
            </a:r>
            <a:r>
              <a:rPr lang="en-IN" dirty="0" err="1"/>
              <a:t>úVÑ</a:t>
            </a:r>
            <a:r>
              <a:rPr lang="en-IN" dirty="0"/>
              <a:t> </a:t>
            </a:r>
            <a:r>
              <a:rPr lang="en-IN" dirty="0" err="1"/>
              <a:t>Uôj</a:t>
            </a:r>
            <a:r>
              <a:rPr lang="en-IN" dirty="0"/>
              <a:t>\m </a:t>
            </a:r>
          </a:p>
          <a:p>
            <a:r>
              <a:rPr lang="en-IN" dirty="0" err="1"/>
              <a:t>úNôLeMú</a:t>
            </a:r>
            <a:r>
              <a:rPr lang="en-IN" dirty="0"/>
              <a:t>[± </a:t>
            </a:r>
            <a:r>
              <a:rPr lang="en-IN" dirty="0" err="1"/>
              <a:t>YkSôÛm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C068D4-CBF1-3D94-6B22-F5503B89DF61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úYiPô</a:t>
            </a:r>
            <a:r>
              <a:rPr lang="en-IN" dirty="0"/>
              <a:t> D </a:t>
            </a:r>
            <a:r>
              <a:rPr lang="en-IN" dirty="0" err="1"/>
              <a:t>úXôL«uTm</a:t>
            </a:r>
            <a:r>
              <a:rPr lang="en-IN" dirty="0"/>
              <a:t> </a:t>
            </a:r>
            <a:r>
              <a:rPr lang="en-IN" dirty="0" err="1"/>
              <a:t>l±Vù</a:t>
            </a:r>
            <a:r>
              <a:rPr lang="en-IN" dirty="0"/>
              <a:t>] ¿ U§ </a:t>
            </a:r>
          </a:p>
          <a:p>
            <a:r>
              <a:rPr lang="en-IN" dirty="0" err="1"/>
              <a:t>GkÖm</a:t>
            </a:r>
            <a:r>
              <a:rPr lang="en-IN" dirty="0"/>
              <a:t> </a:t>
            </a:r>
            <a:r>
              <a:rPr lang="en-IN" dirty="0" err="1"/>
              <a:t>Yôrj</a:t>
            </a:r>
            <a:r>
              <a:rPr lang="en-IN" dirty="0"/>
              <a:t>§ </a:t>
            </a:r>
            <a:r>
              <a:rPr lang="en-IN" dirty="0" err="1"/>
              <a:t>TôÓm</a:t>
            </a:r>
            <a:r>
              <a:rPr lang="en-IN" dirty="0"/>
              <a:t> </a:t>
            </a:r>
            <a:r>
              <a:rPr lang="en-IN" dirty="0" err="1"/>
              <a:t>Oôu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72617-7DD5-A894-5C47-87E54720A37F}"/>
              </a:ext>
            </a:extLst>
          </p:cNvPr>
          <p:cNvSpPr txBox="1"/>
          <p:nvPr/>
        </p:nvSpPr>
        <p:spPr>
          <a:xfrm>
            <a:off x="0" y="5370539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Et\</a:t>
            </a:r>
            <a:r>
              <a:rPr lang="en-IN" dirty="0" err="1"/>
              <a:t>YWô«ÚkSYo</a:t>
            </a:r>
            <a:r>
              <a:rPr lang="en-IN" dirty="0"/>
              <a:t> </a:t>
            </a:r>
            <a:r>
              <a:rPr lang="en-IN" dirty="0" err="1"/>
              <a:t>ÕúY</a:t>
            </a:r>
            <a:r>
              <a:rPr lang="el-GR" dirty="0"/>
              <a:t>μ</a:t>
            </a:r>
            <a:r>
              <a:rPr lang="en-IN" dirty="0" err="1"/>
              <a:t>fNôÛm</a:t>
            </a:r>
            <a:r>
              <a:rPr lang="en-IN" dirty="0"/>
              <a:t> </a:t>
            </a:r>
          </a:p>
          <a:p>
            <a:r>
              <a:rPr lang="en-IN" dirty="0" err="1"/>
              <a:t>Uôt</a:t>
            </a:r>
            <a:r>
              <a:rPr lang="en-IN" dirty="0"/>
              <a:t>\ª</a:t>
            </a:r>
            <a:r>
              <a:rPr lang="en-IN" dirty="0" err="1"/>
              <a:t>pXôjR</a:t>
            </a:r>
            <a:r>
              <a:rPr lang="en-IN" dirty="0"/>
              <a:t> </a:t>
            </a:r>
            <a:r>
              <a:rPr lang="en-IN" dirty="0" err="1"/>
              <a:t>vú</a:t>
            </a:r>
            <a:r>
              <a:rPr lang="en-IN" dirty="0"/>
              <a:t>]¶Ru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CDBD9-FD65-D014-7686-3C5CC97F71F3}"/>
              </a:ext>
            </a:extLst>
          </p:cNvPr>
          <p:cNvSpPr txBox="1"/>
          <p:nvPr/>
        </p:nvSpPr>
        <p:spPr>
          <a:xfrm>
            <a:off x="-1" y="5377729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dú</a:t>
            </a:r>
            <a:r>
              <a:rPr lang="en-IN" dirty="0"/>
              <a:t>[Nm ¨\</a:t>
            </a:r>
            <a:r>
              <a:rPr lang="en-IN" dirty="0" err="1"/>
              <a:t>gO</a:t>
            </a:r>
            <a:r>
              <a:rPr lang="en-IN" dirty="0"/>
              <a:t> </a:t>
            </a:r>
            <a:r>
              <a:rPr lang="en-IN" dirty="0" err="1"/>
              <a:t>úXôLVôj</a:t>
            </a:r>
            <a:r>
              <a:rPr lang="en-IN" dirty="0"/>
              <a:t>\«p </a:t>
            </a:r>
            <a:r>
              <a:rPr lang="en-IN" dirty="0" err="1"/>
              <a:t>Rôe¢Óm</a:t>
            </a:r>
            <a:r>
              <a:rPr lang="en-IN" dirty="0"/>
              <a:t> </a:t>
            </a:r>
          </a:p>
          <a:p>
            <a:r>
              <a:rPr lang="en-IN" dirty="0"/>
              <a:t>®</a:t>
            </a:r>
            <a:r>
              <a:rPr lang="en-IN" dirty="0" err="1"/>
              <a:t>i</a:t>
            </a:r>
            <a:r>
              <a:rPr lang="en-IN" dirty="0"/>
              <a:t> </a:t>
            </a:r>
            <a:r>
              <a:rPr lang="en-IN" dirty="0" err="1"/>
              <a:t>Nd§VôùX</a:t>
            </a:r>
            <a:r>
              <a:rPr lang="en-IN" dirty="0"/>
              <a:t> ¨</a:t>
            </a:r>
            <a:r>
              <a:rPr lang="en-IN" dirty="0" err="1"/>
              <a:t>jVÜm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B4A4-4E65-F55A-2FF4-4DB7477C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85E236-9199-2D5C-1507-16D16A9F864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867672-8DF8-FEBD-A6F4-429DE3B232C4}"/>
              </a:ext>
            </a:extLst>
          </p:cNvPr>
          <p:cNvSpPr txBox="1"/>
          <p:nvPr/>
        </p:nvSpPr>
        <p:spPr>
          <a:xfrm>
            <a:off x="-1" y="5370540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úR¥VRpX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¨</a:t>
            </a:r>
            <a:r>
              <a:rPr lang="en-IN" dirty="0" err="1"/>
              <a:t>uù</a:t>
            </a:r>
            <a:r>
              <a:rPr lang="en-IN" dirty="0"/>
              <a:t>] </a:t>
            </a:r>
            <a:r>
              <a:rPr lang="en-IN" dirty="0" err="1"/>
              <a:t>dß£u</a:t>
            </a:r>
            <a:r>
              <a:rPr lang="en-IN" dirty="0"/>
              <a:t> </a:t>
            </a:r>
            <a:r>
              <a:rPr lang="en-IN" dirty="0" err="1"/>
              <a:t>vú</a:t>
            </a:r>
            <a:r>
              <a:rPr lang="en-IN" dirty="0"/>
              <a:t>]am </a:t>
            </a:r>
          </a:p>
          <a:p>
            <a:r>
              <a:rPr lang="en-IN" dirty="0" err="1"/>
              <a:t>úR</a:t>
            </a:r>
            <a:r>
              <a:rPr lang="en-IN" dirty="0"/>
              <a:t>¥ D </a:t>
            </a:r>
            <a:r>
              <a:rPr lang="en-IN" dirty="0" err="1"/>
              <a:t>Tô©VôùUuù</a:t>
            </a:r>
            <a:r>
              <a:rPr lang="en-IN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920526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D03E8-CE7C-0D3D-3481-51EA8BE38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29483B-0533-1027-2443-F829D41AEB9C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69B6F-4F37-5031-C667-26B4C5198260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KÓkÖ</a:t>
            </a:r>
            <a:r>
              <a:rPr lang="en-IN" dirty="0"/>
              <a:t> </a:t>
            </a:r>
            <a:r>
              <a:rPr lang="en-IN" dirty="0" err="1"/>
              <a:t>Xôd¡úXdÏ</a:t>
            </a:r>
            <a:r>
              <a:rPr lang="en-IN" dirty="0"/>
              <a:t> </a:t>
            </a:r>
            <a:r>
              <a:rPr lang="en-IN" dirty="0" err="1"/>
              <a:t>TôÓLs</a:t>
            </a:r>
            <a:r>
              <a:rPr lang="en-IN" dirty="0"/>
              <a:t> </a:t>
            </a:r>
            <a:r>
              <a:rPr lang="en-IN" dirty="0" err="1"/>
              <a:t>Htß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</a:p>
          <a:p>
            <a:r>
              <a:rPr lang="en-IN" dirty="0" err="1"/>
              <a:t>UôßYô</a:t>
            </a:r>
            <a:r>
              <a:rPr lang="en-IN" dirty="0"/>
              <a:t>]ôYRp</a:t>
            </a:r>
            <a:r>
              <a:rPr lang="en-IN" dirty="0">
                <a:latin typeface="Tamil Bible" pitchFamily="2" charset="0"/>
              </a:rPr>
              <a:t>yp</a:t>
            </a:r>
            <a:r>
              <a:rPr lang="en-IN" dirty="0"/>
              <a:t>² </a:t>
            </a:r>
          </a:p>
        </p:txBody>
      </p:sp>
    </p:spTree>
    <p:extLst>
      <p:ext uri="{BB962C8B-B14F-4D97-AF65-F5344CB8AC3E}">
        <p14:creationId xmlns:p14="http://schemas.microsoft.com/office/powerpoint/2010/main" val="608160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CA41-651F-9598-D566-8A324637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6DFDC4-FDC3-690E-228D-0435A669B84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48270-F48D-B628-4D07-1D5C2679A7B9}"/>
              </a:ext>
            </a:extLst>
          </p:cNvPr>
          <p:cNvSpPr txBox="1"/>
          <p:nvPr/>
        </p:nvSpPr>
        <p:spPr>
          <a:xfrm>
            <a:off x="0" y="5370541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Uô</a:t>
            </a:r>
            <a:r>
              <a:rPr lang="en-IN" dirty="0"/>
              <a:t>\ôÙi¼ </a:t>
            </a:r>
            <a:r>
              <a:rPr lang="en-IN" dirty="0" err="1"/>
              <a:t>UÚY§p</a:t>
            </a:r>
            <a:r>
              <a:rPr lang="en-IN" dirty="0"/>
              <a:t> </a:t>
            </a:r>
            <a:r>
              <a:rPr lang="en-IN" dirty="0" err="1"/>
              <a:t>NôWªpXô</a:t>
            </a:r>
            <a:r>
              <a:rPr lang="en-IN" dirty="0"/>
              <a:t> </a:t>
            </a:r>
          </a:p>
          <a:p>
            <a:r>
              <a:rPr lang="en-IN" dirty="0" err="1"/>
              <a:t>Uô</a:t>
            </a:r>
            <a:r>
              <a:rPr lang="en-IN" dirty="0"/>
              <a:t>\</a:t>
            </a:r>
            <a:r>
              <a:rPr lang="en-IN" dirty="0" err="1"/>
              <a:t>ô«u</a:t>
            </a:r>
            <a:r>
              <a:rPr lang="en-IN" dirty="0"/>
              <a:t> </a:t>
            </a:r>
            <a:r>
              <a:rPr lang="en-IN" dirty="0" err="1"/>
              <a:t>SôR</a:t>
            </a:r>
            <a:r>
              <a:rPr lang="en-IN" dirty="0"/>
              <a:t>]</a:t>
            </a:r>
            <a:r>
              <a:rPr lang="en-IN" dirty="0" err="1"/>
              <a:t>ôúUÑ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332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5AE76-7E9F-E45B-7B16-1AA842C7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F8134A-564F-6117-0F50-936512B4F38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5EADF-CE18-795E-84CF-721C8756AFF9}"/>
              </a:ext>
            </a:extLst>
          </p:cNvPr>
          <p:cNvSpPr txBox="1"/>
          <p:nvPr/>
        </p:nvSpPr>
        <p:spPr>
          <a:xfrm>
            <a:off x="0" y="5377732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Uô</a:t>
            </a:r>
            <a:r>
              <a:rPr lang="en-IN" dirty="0"/>
              <a:t>\</a:t>
            </a:r>
            <a:r>
              <a:rPr lang="en-IN" dirty="0" err="1"/>
              <a:t>ôjR</a:t>
            </a:r>
            <a:r>
              <a:rPr lang="en-IN" dirty="0"/>
              <a:t> </a:t>
            </a:r>
            <a:r>
              <a:rPr lang="en-IN" dirty="0" err="1"/>
              <a:t>YôdÏ</a:t>
            </a:r>
            <a:r>
              <a:rPr lang="en-IN" dirty="0"/>
              <a:t> </a:t>
            </a:r>
            <a:r>
              <a:rPr lang="en-IN" dirty="0" err="1"/>
              <a:t>RkúSôu</a:t>
            </a:r>
            <a:r>
              <a:rPr lang="en-IN" dirty="0"/>
              <a:t> </a:t>
            </a:r>
            <a:r>
              <a:rPr lang="en-IN" dirty="0" err="1"/>
              <a:t>UôßúUô</a:t>
            </a:r>
            <a:r>
              <a:rPr lang="en-IN" dirty="0"/>
              <a:t> </a:t>
            </a:r>
            <a:r>
              <a:rPr lang="en-IN" dirty="0" err="1"/>
              <a:t>BVYu</a:t>
            </a:r>
            <a:r>
              <a:rPr lang="en-IN" dirty="0"/>
              <a:t> </a:t>
            </a:r>
          </a:p>
          <a:p>
            <a:r>
              <a:rPr lang="en-IN" dirty="0" err="1"/>
              <a:t>Uô</a:t>
            </a:r>
            <a:r>
              <a:rPr lang="en-IN" dirty="0"/>
              <a:t>\ô </a:t>
            </a:r>
            <a:r>
              <a:rPr lang="en-IN" dirty="0" err="1"/>
              <a:t>UÕWUôd¡Óm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4619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C8BF-3616-5A08-BD6F-30AC4D3F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3D2C8C-C717-3F2E-4FB6-82715EA487A0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2B9A5-B867-A1F6-90CB-D9321CF3DFE3}"/>
              </a:ext>
            </a:extLst>
          </p:cNvPr>
          <p:cNvSpPr txBox="1"/>
          <p:nvPr/>
        </p:nvSpPr>
        <p:spPr>
          <a:xfrm>
            <a:off x="0" y="537053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®</a:t>
            </a:r>
            <a:r>
              <a:rPr lang="en-IN" dirty="0" err="1"/>
              <a:t>vYôN</a:t>
            </a:r>
            <a:r>
              <a:rPr lang="en-IN" dirty="0"/>
              <a:t> LlTp </a:t>
            </a:r>
            <a:r>
              <a:rPr lang="en-IN" dirty="0" err="1"/>
              <a:t>RôÝúUô</a:t>
            </a:r>
            <a:r>
              <a:rPr lang="en-IN" dirty="0"/>
              <a:t> </a:t>
            </a:r>
            <a:r>
              <a:rPr lang="en-IN" dirty="0" err="1"/>
              <a:t>DÙX¡p</a:t>
            </a:r>
            <a:r>
              <a:rPr lang="en-IN" dirty="0"/>
              <a:t> </a:t>
            </a:r>
          </a:p>
          <a:p>
            <a:r>
              <a:rPr lang="en-IN" dirty="0" err="1"/>
              <a:t>DNô</a:t>
            </a:r>
            <a:r>
              <a:rPr lang="en-IN" dirty="0"/>
              <a:t>] </a:t>
            </a:r>
            <a:r>
              <a:rPr lang="en-IN" dirty="0" err="1"/>
              <a:t>êXú</a:t>
            </a:r>
            <a:r>
              <a:rPr lang="en-IN" dirty="0"/>
              <a:t>]</a:t>
            </a:r>
            <a:r>
              <a:rPr lang="en-IN" dirty="0" err="1"/>
              <a:t>ßkúS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0267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14B25-CD5F-2C5A-9DB9-41459C15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2BF08B-3825-D7D3-6BD1-8A6E8C08A7F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6963E-41EF-15C3-87A9-2E7C08F35274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BvYôNúUÏYôu</a:t>
            </a:r>
            <a:r>
              <a:rPr lang="en-IN" dirty="0"/>
              <a:t> ¿ </a:t>
            </a:r>
            <a:r>
              <a:rPr lang="en-IN" dirty="0" err="1"/>
              <a:t>úYLUôn</a:t>
            </a:r>
            <a:r>
              <a:rPr lang="en-IN" dirty="0"/>
              <a:t> </a:t>
            </a:r>
            <a:r>
              <a:rPr lang="en-IN" dirty="0" err="1"/>
              <a:t>YkSôÛm</a:t>
            </a:r>
            <a:r>
              <a:rPr lang="en-IN" dirty="0"/>
              <a:t> </a:t>
            </a:r>
          </a:p>
          <a:p>
            <a:r>
              <a:rPr lang="en-IN" dirty="0"/>
              <a:t>®</a:t>
            </a:r>
            <a:r>
              <a:rPr lang="en-IN" dirty="0" err="1"/>
              <a:t>vYôN</a:t>
            </a:r>
            <a:r>
              <a:rPr lang="en-IN" dirty="0"/>
              <a:t> </a:t>
            </a:r>
            <a:r>
              <a:rPr lang="en-IN" dirty="0" err="1"/>
              <a:t>SôVLô</a:t>
            </a:r>
            <a:r>
              <a:rPr lang="en-IN" dirty="0"/>
              <a:t> </a:t>
            </a:r>
            <a:r>
              <a:rPr lang="en-IN" dirty="0" err="1"/>
              <a:t>l±Vô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9467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1520</TotalTime>
  <Words>143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2026-02-21T12:39:55Z</dcterms:modified>
</cp:coreProperties>
</file>
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0" r:id="rId2"/>
    <p:sldId id="391" r:id="rId3"/>
    <p:sldId id="392" r:id="rId4"/>
    <p:sldId id="394" r:id="rId5"/>
    <p:sldId id="395" r:id="rId6"/>
    <p:sldId id="396" r:id="rId7"/>
    <p:sldId id="397" r:id="rId8"/>
    <p:sldId id="39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ZC Media" userId="05f0189a5894c19d" providerId="LiveId" clId="{74A74B86-AB48-4D11-ACCF-EA0EDB4FDC3C}"/>
    <pc:docChg chg="modSld">
      <pc:chgData name="ETZC Media" userId="05f0189a5894c19d" providerId="LiveId" clId="{74A74B86-AB48-4D11-ACCF-EA0EDB4FDC3C}" dt="2026-02-01T10:18:30.248" v="23" actId="20577"/>
      <pc:docMkLst>
        <pc:docMk/>
      </pc:docMkLst>
      <pc:sldChg chg="modSp mod">
        <pc:chgData name="ETZC Media" userId="05f0189a5894c19d" providerId="LiveId" clId="{74A74B86-AB48-4D11-ACCF-EA0EDB4FDC3C}" dt="2026-02-01T10:17:26.883" v="0" actId="20577"/>
        <pc:sldMkLst>
          <pc:docMk/>
          <pc:sldMk cId="944968354" sldId="391"/>
        </pc:sldMkLst>
        <pc:spChg chg="mod">
          <ac:chgData name="ETZC Media" userId="05f0189a5894c19d" providerId="LiveId" clId="{74A74B86-AB48-4D11-ACCF-EA0EDB4FDC3C}" dt="2026-02-01T10:17:26.883" v="0" actId="20577"/>
          <ac:spMkLst>
            <pc:docMk/>
            <pc:sldMk cId="944968354" sldId="391"/>
            <ac:spMk id="3" creationId="{1A6520B4-233A-0993-874E-7747E4F15D03}"/>
          </ac:spMkLst>
        </pc:spChg>
      </pc:sldChg>
      <pc:sldChg chg="modSp mod">
        <pc:chgData name="ETZC Media" userId="05f0189a5894c19d" providerId="LiveId" clId="{74A74B86-AB48-4D11-ACCF-EA0EDB4FDC3C}" dt="2026-02-01T10:17:36.385" v="1" actId="20577"/>
        <pc:sldMkLst>
          <pc:docMk/>
          <pc:sldMk cId="1414681237" sldId="392"/>
        </pc:sldMkLst>
        <pc:spChg chg="mod">
          <ac:chgData name="ETZC Media" userId="05f0189a5894c19d" providerId="LiveId" clId="{74A74B86-AB48-4D11-ACCF-EA0EDB4FDC3C}" dt="2026-02-01T10:17:36.385" v="1" actId="20577"/>
          <ac:spMkLst>
            <pc:docMk/>
            <pc:sldMk cId="1414681237" sldId="392"/>
            <ac:spMk id="5" creationId="{B7A8A241-C8DF-C9A9-A374-731C7345DF4E}"/>
          </ac:spMkLst>
        </pc:spChg>
      </pc:sldChg>
      <pc:sldChg chg="modSp mod">
        <pc:chgData name="ETZC Media" userId="05f0189a5894c19d" providerId="LiveId" clId="{74A74B86-AB48-4D11-ACCF-EA0EDB4FDC3C}" dt="2026-02-01T10:18:30.248" v="23" actId="20577"/>
        <pc:sldMkLst>
          <pc:docMk/>
          <pc:sldMk cId="4103851070" sldId="393"/>
        </pc:sldMkLst>
        <pc:spChg chg="mod">
          <ac:chgData name="ETZC Media" userId="05f0189a5894c19d" providerId="LiveId" clId="{74A74B86-AB48-4D11-ACCF-EA0EDB4FDC3C}" dt="2026-02-01T10:18:30.248" v="23" actId="20577"/>
          <ac:spMkLst>
            <pc:docMk/>
            <pc:sldMk cId="4103851070" sldId="393"/>
            <ac:spMk id="3" creationId="{352207FC-EA7C-4718-E7C0-5183B764E6ED}"/>
          </ac:spMkLst>
        </pc:spChg>
      </pc:sldChg>
      <pc:sldChg chg="modSp mod">
        <pc:chgData name="ETZC Media" userId="05f0189a5894c19d" providerId="LiveId" clId="{74A74B86-AB48-4D11-ACCF-EA0EDB4FDC3C}" dt="2026-02-01T10:17:45.676" v="2" actId="20577"/>
        <pc:sldMkLst>
          <pc:docMk/>
          <pc:sldMk cId="3713466563" sldId="394"/>
        </pc:sldMkLst>
        <pc:spChg chg="mod">
          <ac:chgData name="ETZC Media" userId="05f0189a5894c19d" providerId="LiveId" clId="{74A74B86-AB48-4D11-ACCF-EA0EDB4FDC3C}" dt="2026-02-01T10:17:45.676" v="2" actId="20577"/>
          <ac:spMkLst>
            <pc:docMk/>
            <pc:sldMk cId="3713466563" sldId="394"/>
            <ac:spMk id="3" creationId="{D0073954-802F-2B5F-1095-596EBEF160A8}"/>
          </ac:spMkLst>
        </pc:spChg>
      </pc:sldChg>
      <pc:sldChg chg="modSp mod">
        <pc:chgData name="ETZC Media" userId="05f0189a5894c19d" providerId="LiveId" clId="{74A74B86-AB48-4D11-ACCF-EA0EDB4FDC3C}" dt="2026-02-01T10:18:03.574" v="8" actId="20577"/>
        <pc:sldMkLst>
          <pc:docMk/>
          <pc:sldMk cId="3639315405" sldId="395"/>
        </pc:sldMkLst>
        <pc:spChg chg="mod">
          <ac:chgData name="ETZC Media" userId="05f0189a5894c19d" providerId="LiveId" clId="{74A74B86-AB48-4D11-ACCF-EA0EDB4FDC3C}" dt="2026-02-01T10:18:03.574" v="8" actId="20577"/>
          <ac:spMkLst>
            <pc:docMk/>
            <pc:sldMk cId="3639315405" sldId="395"/>
            <ac:spMk id="3" creationId="{7C925057-7F0A-1C77-C0EE-933F2C62FA75}"/>
          </ac:spMkLst>
        </pc:spChg>
      </pc:sldChg>
      <pc:sldChg chg="modSp mod">
        <pc:chgData name="ETZC Media" userId="05f0189a5894c19d" providerId="LiveId" clId="{74A74B86-AB48-4D11-ACCF-EA0EDB4FDC3C}" dt="2026-02-01T10:18:14.885" v="13" actId="20577"/>
        <pc:sldMkLst>
          <pc:docMk/>
          <pc:sldMk cId="2605549084" sldId="396"/>
        </pc:sldMkLst>
        <pc:spChg chg="mod">
          <ac:chgData name="ETZC Media" userId="05f0189a5894c19d" providerId="LiveId" clId="{74A74B86-AB48-4D11-ACCF-EA0EDB4FDC3C}" dt="2026-02-01T10:18:14.885" v="13" actId="20577"/>
          <ac:spMkLst>
            <pc:docMk/>
            <pc:sldMk cId="2605549084" sldId="396"/>
            <ac:spMk id="3" creationId="{96A2577B-7DC7-885C-C931-FFAD6EB932E3}"/>
          </ac:spMkLst>
        </pc:spChg>
      </pc:sldChg>
      <pc:sldChg chg="modSp mod">
        <pc:chgData name="ETZC Media" userId="05f0189a5894c19d" providerId="LiveId" clId="{74A74B86-AB48-4D11-ACCF-EA0EDB4FDC3C}" dt="2026-02-01T10:18:22.650" v="18" actId="20577"/>
        <pc:sldMkLst>
          <pc:docMk/>
          <pc:sldMk cId="3420627976" sldId="397"/>
        </pc:sldMkLst>
        <pc:spChg chg="mod">
          <ac:chgData name="ETZC Media" userId="05f0189a5894c19d" providerId="LiveId" clId="{74A74B86-AB48-4D11-ACCF-EA0EDB4FDC3C}" dt="2026-02-01T10:18:22.650" v="18" actId="20577"/>
          <ac:spMkLst>
            <pc:docMk/>
            <pc:sldMk cId="3420627976" sldId="397"/>
            <ac:spMk id="3" creationId="{BF9B25C1-AC1A-F9E9-A5B0-04B4FED431F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B49B81-4F31-65BB-B838-D9EC746B8FE8}"/>
              </a:ext>
            </a:extLst>
          </p:cNvPr>
          <p:cNvSpPr txBox="1"/>
          <p:nvPr/>
        </p:nvSpPr>
        <p:spPr>
          <a:xfrm>
            <a:off x="0" y="5377726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Gu </a:t>
            </a:r>
            <a:r>
              <a:rPr lang="en-IN" dirty="0" err="1"/>
              <a:t>NeLPeLs</a:t>
            </a:r>
            <a:r>
              <a:rPr lang="en-IN" dirty="0"/>
              <a:t> </a:t>
            </a:r>
            <a:r>
              <a:rPr lang="en-IN" dirty="0" err="1"/>
              <a:t>NLXØm</a:t>
            </a:r>
            <a:r>
              <a:rPr lang="en-IN" dirty="0"/>
              <a:t> ¾okÖúTôn </a:t>
            </a:r>
          </a:p>
          <a:p>
            <a:r>
              <a:rPr lang="en-IN" dirty="0" err="1"/>
              <a:t>NeLôW</a:t>
            </a:r>
            <a:r>
              <a:rPr lang="en-IN" dirty="0"/>
              <a:t> </a:t>
            </a:r>
            <a:r>
              <a:rPr lang="en-IN" dirty="0" err="1"/>
              <a:t>çRu</a:t>
            </a:r>
            <a:r>
              <a:rPr lang="en-IN" dirty="0"/>
              <a:t> </a:t>
            </a:r>
            <a:r>
              <a:rPr lang="en-IN" dirty="0" err="1"/>
              <a:t>Guû</a:t>
            </a:r>
            <a:r>
              <a:rPr lang="en-IN" dirty="0"/>
              <a:t>]d </a:t>
            </a:r>
            <a:r>
              <a:rPr lang="en-IN" dirty="0" err="1"/>
              <a:t>LPkÖúTôn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009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6520B4-233A-0993-874E-7747E4F15D03}"/>
              </a:ext>
            </a:extLst>
          </p:cNvPr>
          <p:cNvSpPr txBox="1"/>
          <p:nvPr/>
        </p:nvSpPr>
        <p:spPr>
          <a:xfrm>
            <a:off x="0" y="5373625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úRYôh¥u</a:t>
            </a:r>
            <a:r>
              <a:rPr lang="en-IN" dirty="0"/>
              <a:t> ®</a:t>
            </a:r>
            <a:r>
              <a:rPr lang="en-IN" dirty="0" err="1"/>
              <a:t>ûXúV±V</a:t>
            </a:r>
            <a:r>
              <a:rPr lang="en-IN" dirty="0"/>
              <a:t> ¨</a:t>
            </a:r>
            <a:r>
              <a:rPr lang="en-IN" dirty="0" err="1"/>
              <a:t>Qj§p</a:t>
            </a:r>
            <a:r>
              <a:rPr lang="en-IN" dirty="0"/>
              <a:t> </a:t>
            </a:r>
          </a:p>
          <a:p>
            <a:r>
              <a:rPr lang="en-IN" dirty="0" err="1"/>
              <a:t>Uû</a:t>
            </a:r>
            <a:r>
              <a:rPr lang="en-IN" dirty="0"/>
              <a:t>\</a:t>
            </a:r>
            <a:r>
              <a:rPr lang="en-IN" dirty="0" err="1"/>
              <a:t>gÒ</a:t>
            </a:r>
            <a:r>
              <a:rPr lang="en-IN" dirty="0"/>
              <a:t> </a:t>
            </a:r>
            <a:r>
              <a:rPr lang="en-IN" dirty="0" err="1"/>
              <a:t>W·dLlThúPu</a:t>
            </a:r>
            <a:r>
              <a:rPr lang="en-IN" dirty="0"/>
              <a:t> </a:t>
            </a:r>
            <a:r>
              <a:rPr lang="en-IN" dirty="0" err="1"/>
              <a:t>AbQj§p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496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A8A241-C8DF-C9A9-A374-731C7345DF4E}"/>
              </a:ext>
            </a:extLst>
          </p:cNvPr>
          <p:cNvSpPr txBox="1"/>
          <p:nvPr/>
        </p:nvSpPr>
        <p:spPr>
          <a:xfrm>
            <a:off x="-1" y="5373625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TôoúYôàdÏ</a:t>
            </a:r>
            <a:r>
              <a:rPr lang="en-IN" dirty="0"/>
              <a:t> </a:t>
            </a:r>
            <a:r>
              <a:rPr lang="en-IN" dirty="0" err="1"/>
              <a:t>Sôu</a:t>
            </a:r>
            <a:r>
              <a:rPr lang="en-IN" dirty="0"/>
              <a:t> C² </a:t>
            </a:r>
            <a:r>
              <a:rPr lang="en-IN" dirty="0" err="1"/>
              <a:t>A¥ûUVpX</a:t>
            </a:r>
            <a:r>
              <a:rPr lang="en-IN" dirty="0"/>
              <a:t> </a:t>
            </a:r>
          </a:p>
          <a:p>
            <a:r>
              <a:rPr lang="en-IN" dirty="0"/>
              <a:t>TWU ºúVô²p </a:t>
            </a:r>
            <a:r>
              <a:rPr lang="en-IN" dirty="0" err="1"/>
              <a:t>Sôu</a:t>
            </a:r>
            <a:r>
              <a:rPr lang="en-IN" dirty="0"/>
              <a:t> </a:t>
            </a:r>
            <a:r>
              <a:rPr lang="en-IN" dirty="0" err="1"/>
              <a:t>Ak¨V</a:t>
            </a:r>
            <a:r>
              <a:rPr lang="en-IN" dirty="0"/>
              <a:t>]</a:t>
            </a:r>
            <a:r>
              <a:rPr lang="en-IN" dirty="0" err="1"/>
              <a:t>pX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4681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781EE-6065-A276-C3CC-CB73261DD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A136E79-4F08-3D7D-B588-EBBFD4A2B85F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073954-802F-2B5F-1095-596EBEF160A8}"/>
              </a:ext>
            </a:extLst>
          </p:cNvPr>
          <p:cNvSpPr txBox="1"/>
          <p:nvPr/>
        </p:nvSpPr>
        <p:spPr>
          <a:xfrm>
            <a:off x="0" y="5373629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pt-BR" dirty="0"/>
              <a:t>UÚ é®p ùRnYùU²d L§T§úV </a:t>
            </a:r>
          </a:p>
          <a:p>
            <a:r>
              <a:rPr lang="en-IN" dirty="0" err="1"/>
              <a:t>RÚYôo</a:t>
            </a:r>
            <a:r>
              <a:rPr lang="en-IN" dirty="0"/>
              <a:t> ×Õ </a:t>
            </a:r>
            <a:r>
              <a:rPr lang="en-IN" dirty="0" err="1"/>
              <a:t>Uu</a:t>
            </a:r>
            <a:r>
              <a:rPr lang="en-IN" dirty="0"/>
              <a:t>]ô AÖ§]</a:t>
            </a:r>
            <a:r>
              <a:rPr lang="en-IN" dirty="0" err="1"/>
              <a:t>Øm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3466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7F49B-1180-A7B7-41D2-A019216F6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6CDB81E-2D23-5588-33DD-D455508C6EA0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925057-7F0A-1C77-C0EE-933F2C62FA75}"/>
              </a:ext>
            </a:extLst>
          </p:cNvPr>
          <p:cNvSpPr txBox="1"/>
          <p:nvPr/>
        </p:nvSpPr>
        <p:spPr>
          <a:xfrm>
            <a:off x="-1" y="5373625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UôWôûY</a:t>
            </a:r>
            <a:r>
              <a:rPr lang="en-IN" dirty="0"/>
              <a:t> </a:t>
            </a:r>
            <a:r>
              <a:rPr lang="en-IN" dirty="0" err="1"/>
              <a:t>UÕWUôd</a:t>
            </a:r>
            <a:r>
              <a:rPr lang="en-IN" dirty="0"/>
              <a:t>¡ ¾ojRYoRôu </a:t>
            </a:r>
          </a:p>
          <a:p>
            <a:r>
              <a:rPr lang="en-IN" dirty="0" err="1"/>
              <a:t>Tôû</a:t>
            </a:r>
            <a:r>
              <a:rPr lang="en-IN" dirty="0"/>
              <a:t>\</a:t>
            </a:r>
            <a:r>
              <a:rPr lang="en-IN" dirty="0" err="1"/>
              <a:t>ûV</a:t>
            </a:r>
            <a:r>
              <a:rPr lang="en-IN" dirty="0"/>
              <a:t> ©[</a:t>
            </a:r>
            <a:r>
              <a:rPr lang="en-IN" dirty="0" err="1"/>
              <a:t>kÕ</a:t>
            </a:r>
            <a:r>
              <a:rPr lang="en-IN" dirty="0"/>
              <a:t> </a:t>
            </a:r>
            <a:r>
              <a:rPr lang="en-IN" dirty="0" err="1"/>
              <a:t>RôLm</a:t>
            </a:r>
            <a:r>
              <a:rPr lang="en-IN" dirty="0"/>
              <a:t> </a:t>
            </a:r>
            <a:r>
              <a:rPr lang="en-IN" dirty="0" err="1"/>
              <a:t>úTôd¡VYo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9315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AB764-E34E-C453-7C76-727E30BA0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8DCF790-0ED6-F764-10E4-AFBC2ED3A448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A2577B-7DC7-885C-C931-FFAD6EB932E3}"/>
              </a:ext>
            </a:extLst>
          </p:cNvPr>
          <p:cNvSpPr txBox="1"/>
          <p:nvPr/>
        </p:nvSpPr>
        <p:spPr>
          <a:xfrm>
            <a:off x="-1" y="5373628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Uú</a:t>
            </a:r>
            <a:r>
              <a:rPr lang="en-IN" dirty="0"/>
              <a:t>]</a:t>
            </a:r>
            <a:r>
              <a:rPr lang="en-IN" dirty="0" err="1"/>
              <a:t>ôaWUô</a:t>
            </a:r>
            <a:r>
              <a:rPr lang="en-IN" dirty="0"/>
              <a:t>] Lô]</a:t>
            </a:r>
            <a:r>
              <a:rPr lang="en-IN" dirty="0" err="1"/>
              <a:t>ôu</a:t>
            </a:r>
            <a:r>
              <a:rPr lang="en-IN" dirty="0"/>
              <a:t> </a:t>
            </a:r>
            <a:r>
              <a:rPr lang="en-IN" dirty="0" err="1"/>
              <a:t>úRNúU</a:t>
            </a:r>
            <a:r>
              <a:rPr lang="en-IN" dirty="0"/>
              <a:t> </a:t>
            </a:r>
          </a:p>
          <a:p>
            <a:r>
              <a:rPr lang="en-IN" dirty="0" err="1"/>
              <a:t>AúR</a:t>
            </a:r>
            <a:r>
              <a:rPr lang="en-IN" dirty="0"/>
              <a:t> G]</a:t>
            </a:r>
            <a:r>
              <a:rPr lang="en-IN" dirty="0" err="1"/>
              <a:t>dL¯VôR</a:t>
            </a:r>
            <a:r>
              <a:rPr lang="en-IN" dirty="0"/>
              <a:t> </a:t>
            </a:r>
            <a:r>
              <a:rPr lang="en-IN" dirty="0" err="1"/>
              <a:t>ÑRk§WúU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5549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EC6F7-D5BB-266D-A176-E90274B9D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C104E94-B71D-5981-9546-8017AAB5B539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9B25C1-AC1A-F9E9-A5B0-04B4FED431F0}"/>
              </a:ext>
            </a:extLst>
          </p:cNvPr>
          <p:cNvSpPr txBox="1"/>
          <p:nvPr/>
        </p:nvSpPr>
        <p:spPr>
          <a:xfrm>
            <a:off x="-1" y="5373626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B]</a:t>
            </a:r>
            <a:r>
              <a:rPr lang="en-IN" dirty="0" err="1"/>
              <a:t>kRúU</a:t>
            </a:r>
            <a:r>
              <a:rPr lang="en-IN" dirty="0"/>
              <a:t> </a:t>
            </a:r>
            <a:r>
              <a:rPr lang="en-IN" dirty="0" err="1"/>
              <a:t>TWUô</a:t>
            </a:r>
            <a:r>
              <a:rPr lang="en-IN" dirty="0"/>
              <a:t>]</a:t>
            </a:r>
            <a:r>
              <a:rPr lang="en-IN" dirty="0" err="1"/>
              <a:t>kRúU</a:t>
            </a:r>
            <a:r>
              <a:rPr lang="en-IN" dirty="0"/>
              <a:t> </a:t>
            </a:r>
          </a:p>
          <a:p>
            <a:r>
              <a:rPr lang="en-IN" dirty="0"/>
              <a:t>Lô]</a:t>
            </a:r>
            <a:r>
              <a:rPr lang="en-IN" dirty="0" err="1"/>
              <a:t>ôu</a:t>
            </a:r>
            <a:r>
              <a:rPr lang="en-IN" dirty="0"/>
              <a:t> </a:t>
            </a:r>
            <a:r>
              <a:rPr lang="en-IN" dirty="0" err="1"/>
              <a:t>Ë®Vm</a:t>
            </a:r>
            <a:r>
              <a:rPr lang="en-IN" dirty="0"/>
              <a:t> G]d Lô]</a:t>
            </a:r>
            <a:r>
              <a:rPr lang="en-IN" dirty="0" err="1"/>
              <a:t>kRúU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0627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2207FC-EA7C-4718-E7C0-5183B764E6ED}"/>
              </a:ext>
            </a:extLst>
          </p:cNvPr>
          <p:cNvSpPr txBox="1"/>
          <p:nvPr/>
        </p:nvSpPr>
        <p:spPr>
          <a:xfrm>
            <a:off x="0" y="5373624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GkRu</a:t>
            </a:r>
            <a:r>
              <a:rPr lang="en-IN" dirty="0"/>
              <a:t> </a:t>
            </a:r>
            <a:r>
              <a:rPr lang="en-IN" dirty="0" err="1"/>
              <a:t>ùTXØm</a:t>
            </a:r>
            <a:r>
              <a:rPr lang="en-IN" dirty="0"/>
              <a:t> </a:t>
            </a:r>
            <a:r>
              <a:rPr lang="en-IN" dirty="0" err="1"/>
              <a:t>GkRu</a:t>
            </a:r>
            <a:r>
              <a:rPr lang="en-IN" dirty="0"/>
              <a:t> </a:t>
            </a:r>
            <a:r>
              <a:rPr lang="en-IN" dirty="0" err="1"/>
              <a:t>Ne¸RØm</a:t>
            </a:r>
            <a:r>
              <a:rPr lang="en-IN" dirty="0"/>
              <a:t> </a:t>
            </a:r>
          </a:p>
          <a:p>
            <a:r>
              <a:rPr lang="en-IN" dirty="0"/>
              <a:t>Gu </a:t>
            </a:r>
            <a:r>
              <a:rPr lang="en-IN" dirty="0" err="1"/>
              <a:t>W·l×m</a:t>
            </a:r>
            <a:r>
              <a:rPr lang="en-IN" dirty="0"/>
              <a:t> </a:t>
            </a:r>
            <a:r>
              <a:rPr lang="en-IN" dirty="0" err="1"/>
              <a:t>CúVÑRôú</a:t>
            </a:r>
            <a:r>
              <a:rPr lang="en-IN" dirty="0"/>
              <a:t>] </a:t>
            </a:r>
            <a:r>
              <a:rPr lang="en-IN" dirty="0" err="1"/>
              <a:t>ApúXíVô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3851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1481</TotalTime>
  <Words>128</Words>
  <Application>Microsoft Office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ETZC Media</cp:lastModifiedBy>
  <cp:revision>61</cp:revision>
  <dcterms:created xsi:type="dcterms:W3CDTF">2019-11-02T16:27:41Z</dcterms:created>
  <dcterms:modified xsi:type="dcterms:W3CDTF">2026-02-01T10:18:34Z</dcterms:modified>
</cp:coreProperties>
</file>
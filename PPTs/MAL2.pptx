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90" r:id="rId2"/>
    <p:sldId id="391" r:id="rId3"/>
    <p:sldId id="392" r:id="rId4"/>
    <p:sldId id="393" r:id="rId5"/>
    <p:sldId id="394" r:id="rId6"/>
    <p:sldId id="395" r:id="rId7"/>
    <p:sldId id="396" r:id="rId8"/>
    <p:sldId id="39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59" autoAdjust="0"/>
    <p:restoredTop sz="94660"/>
  </p:normalViewPr>
  <p:slideViewPr>
    <p:cSldViewPr snapToGrid="0">
      <p:cViewPr varScale="1">
        <p:scale>
          <a:sx n="85" d="100"/>
          <a:sy n="85" d="100"/>
        </p:scale>
        <p:origin x="2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TZC Media" userId="05f0189a5894c19d" providerId="LiveId" clId="{74A74B86-AB48-4D11-ACCF-EA0EDB4FDC3C}"/>
    <pc:docChg chg="undo custSel modSld">
      <pc:chgData name="ETZC Media" userId="05f0189a5894c19d" providerId="LiveId" clId="{74A74B86-AB48-4D11-ACCF-EA0EDB4FDC3C}" dt="2026-02-01T10:16:07.551" v="9" actId="20577"/>
      <pc:docMkLst>
        <pc:docMk/>
      </pc:docMkLst>
      <pc:sldChg chg="modSp mod">
        <pc:chgData name="ETZC Media" userId="05f0189a5894c19d" providerId="LiveId" clId="{74A74B86-AB48-4D11-ACCF-EA0EDB4FDC3C}" dt="2026-02-01T10:16:07.551" v="9" actId="20577"/>
        <pc:sldMkLst>
          <pc:docMk/>
          <pc:sldMk cId="1414681237" sldId="392"/>
        </pc:sldMkLst>
        <pc:spChg chg="mod">
          <ac:chgData name="ETZC Media" userId="05f0189a5894c19d" providerId="LiveId" clId="{74A74B86-AB48-4D11-ACCF-EA0EDB4FDC3C}" dt="2026-02-01T10:16:07.551" v="9" actId="20577"/>
          <ac:spMkLst>
            <pc:docMk/>
            <pc:sldMk cId="1414681237" sldId="392"/>
            <ac:spMk id="5" creationId="{404E3A65-6619-E05F-369E-15A9D41B473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C3A11-E23C-4C91-9DAA-A7DB6AAC3D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9B5FFF-93D6-4781-9A9A-E77BFC633F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AF2BD-5705-4D68-A5C3-FBDF01E19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34289-4247-4A68-84EA-EC9C2AEA2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95B14-B1A5-4B06-999C-C4619E537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7037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70075-6DF3-4D25-9E98-8EACF14B5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316E2-57C7-4969-A937-83683E6C3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D9A98-C774-4FBA-9E43-97B358F7C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6B057-DC36-4DB4-9F9E-5DC9B4972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40CEF-5B50-4D62-BC0D-17F262FE5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3630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6881E-2714-461B-835E-11CD8C50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4D953-F5C7-4907-A6A2-7471E14A4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893CD-3379-413B-83AE-6DB29B488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ABBE6-9798-474F-9DC9-5D7748434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3A9AA-F217-4F8B-8C0B-E5B701396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1254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30405-2FFA-489F-A091-516DF2485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E5996-7684-47DE-BDE3-20C0C8B60C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1D4D6-8CA6-4E29-B0A2-5A5430279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E2E4EB-CDF8-4388-977A-A23A1939A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E91F11-4457-44F1-9D0B-4A80867F9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0009C-156A-4A7B-A8DC-F6F2F51F6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9015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07BB3-03A9-4EE7-AD64-AA7399955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4D1E44-1CDC-449D-A89A-152A9065E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81E435-41B5-41EA-A7D5-785856073A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13068B-395C-41F3-A20A-42C2988BB5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B5C03A-FC37-4724-94D3-FF914040BE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3A4CF3-0126-489D-9468-3ACE023F0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95F04B-70AE-4706-816F-C8683A39C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4D49BD-F5FC-46FB-BADC-70206F6F3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5100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22DF4-5229-4F19-A3B1-B880B8321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D13378-9289-4C36-A428-FEEA740E0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A3F8A-5715-4096-8B09-8571E71D8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49E9A8-FE2A-48C4-B526-9F7335E4B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7084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AF0D03-7706-4581-97C1-2E207305F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F9B19E-0D30-4EFF-A3C7-C96D5C712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27EFB-7046-405C-A504-222E2576E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2782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91C1B-F111-40C4-BB5A-B74F26EA8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226E-20DC-41CA-82F0-B69271F15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CF6660-841C-4122-B5A6-7EABEEFDE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695D9D-C89E-4F16-A4B4-5AFAF8BF3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D250DC-F2F2-406D-AF30-4DE903C90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D4A2D2-6822-432B-90F4-C3F53E78F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8573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37C8F-DFB1-47D0-8E5D-FAE5A70C7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2508E8-6278-4956-AB06-2A8E531543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C2D61B-9E44-40C8-B2E0-C367DC8603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6A4578-BFD2-4435-8311-EACF16FDF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66CFB-41AA-4778-9006-DD0F50DD4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C40E51-3D05-4164-8CF6-AC9EFF52C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295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41FEB-CA5A-4877-9220-9B3E648EE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2450D2-77FC-4EDB-8F1C-1CC3EF4CE8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919E6-BAF5-4071-BDB8-629F059E3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C5F2A-6BC6-4860-8EA2-FE2818A38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7F6BB-8838-4037-945B-8285D675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491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5CB40E-0988-4261-A5D4-A7E976BB5B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19ED98-8EEA-4753-A678-3844E2967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4BDA5-045A-447B-842F-2D8D60840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BA941-A2D6-42CD-868F-819E4ED6C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A5C88-663A-4A01-A873-281DEC627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215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01418D-3656-4BD6-9DCD-94B00899F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52415B-FAA0-4266-9239-A964B3E96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BFE41-C246-42A8-BA06-A34E77CF45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48419-4B2D-42AB-A087-12306EDEE1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D8839-BF83-4F9B-B3F0-62E69B3AC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1830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AFEFA0-5E52-08B1-D2BE-21EE8342A8F5}"/>
              </a:ext>
            </a:extLst>
          </p:cNvPr>
          <p:cNvSpPr txBox="1"/>
          <p:nvPr/>
        </p:nvSpPr>
        <p:spPr>
          <a:xfrm>
            <a:off x="0" y="5377729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pl-PL" dirty="0"/>
              <a:t>vÕ§l©u vÕ§l©u ùRnY _]úU </a:t>
            </a:r>
          </a:p>
          <a:p>
            <a:r>
              <a:rPr lang="es-ES" dirty="0" err="1"/>
              <a:t>vÕ§L°u</a:t>
            </a:r>
            <a:r>
              <a:rPr lang="es-ES" dirty="0"/>
              <a:t> </a:t>
            </a:r>
            <a:r>
              <a:rPr lang="es-ES" dirty="0" err="1"/>
              <a:t>úUp</a:t>
            </a:r>
            <a:r>
              <a:rPr lang="es-ES" dirty="0"/>
              <a:t> </a:t>
            </a:r>
            <a:r>
              <a:rPr lang="es-ES" dirty="0" err="1"/>
              <a:t>Y£dÏm</a:t>
            </a:r>
            <a:r>
              <a:rPr lang="es-ES" dirty="0"/>
              <a:t> </a:t>
            </a:r>
            <a:r>
              <a:rPr lang="es-ES" dirty="0" err="1"/>
              <a:t>l¬Vú</a:t>
            </a:r>
            <a:r>
              <a:rPr lang="es-ES" dirty="0"/>
              <a:t>]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0099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D44A74-9DC4-D2FA-170E-91B4C1F227D4}"/>
              </a:ext>
            </a:extLst>
          </p:cNvPr>
          <p:cNvSpPr txBox="1"/>
          <p:nvPr/>
        </p:nvSpPr>
        <p:spPr>
          <a:xfrm>
            <a:off x="0" y="5377725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Aà</a:t>
            </a:r>
            <a:r>
              <a:rPr lang="en-IN" dirty="0"/>
              <a:t>§] </a:t>
            </a:r>
            <a:r>
              <a:rPr lang="en-IN" dirty="0" err="1"/>
              <a:t>UYu</a:t>
            </a:r>
            <a:r>
              <a:rPr lang="en-IN" dirty="0"/>
              <a:t> </a:t>
            </a:r>
            <a:r>
              <a:rPr lang="en-IN" dirty="0" err="1"/>
              <a:t>ùNnR</a:t>
            </a:r>
            <a:r>
              <a:rPr lang="en-IN" dirty="0"/>
              <a:t> </a:t>
            </a:r>
            <a:r>
              <a:rPr lang="en-IN" dirty="0" err="1"/>
              <a:t>SuûULs</a:t>
            </a:r>
            <a:r>
              <a:rPr lang="en-IN" dirty="0"/>
              <a:t> </a:t>
            </a:r>
          </a:p>
          <a:p>
            <a:r>
              <a:rPr lang="pl-PL" dirty="0"/>
              <a:t>A]p TúU U]m U\dÏúUô?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4968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4E3A65-6619-E05F-369E-15A9D41B4738}"/>
              </a:ext>
            </a:extLst>
          </p:cNvPr>
          <p:cNvSpPr txBox="1"/>
          <p:nvPr/>
        </p:nvSpPr>
        <p:spPr>
          <a:xfrm>
            <a:off x="-1" y="5370535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EQokÕ</a:t>
            </a:r>
            <a:r>
              <a:rPr lang="en-IN" dirty="0"/>
              <a:t> </a:t>
            </a:r>
            <a:r>
              <a:rPr lang="en-IN" dirty="0" err="1"/>
              <a:t>úaô</a:t>
            </a:r>
            <a:r>
              <a:rPr lang="en-US" dirty="0">
                <a:latin typeface="Tamil Bible" pitchFamily="2" charset="0"/>
              </a:rPr>
              <a:t>\p</a:t>
            </a:r>
            <a:r>
              <a:rPr lang="en-IN" dirty="0" err="1"/>
              <a:t>l©u</a:t>
            </a:r>
            <a:r>
              <a:rPr lang="en-IN" dirty="0"/>
              <a:t> </a:t>
            </a:r>
            <a:r>
              <a:rPr lang="en-IN" dirty="0" err="1"/>
              <a:t>ùRnY</a:t>
            </a:r>
            <a:r>
              <a:rPr lang="en-IN" dirty="0"/>
              <a:t> _]</a:t>
            </a:r>
            <a:r>
              <a:rPr lang="en-IN" dirty="0" err="1"/>
              <a:t>úU</a:t>
            </a:r>
            <a:r>
              <a:rPr lang="en-IN" dirty="0"/>
              <a:t> </a:t>
            </a:r>
          </a:p>
          <a:p>
            <a:r>
              <a:rPr lang="en-IN" dirty="0"/>
              <a:t>¶</a:t>
            </a:r>
            <a:r>
              <a:rPr lang="en-IN" dirty="0" err="1"/>
              <a:t>oRVm</a:t>
            </a:r>
            <a:r>
              <a:rPr lang="en-IN" dirty="0"/>
              <a:t> </a:t>
            </a:r>
            <a:r>
              <a:rPr lang="en-IN" dirty="0" err="1"/>
              <a:t>Sk¨Vôp</a:t>
            </a:r>
            <a:r>
              <a:rPr lang="en-IN" dirty="0"/>
              <a:t> ¨\</a:t>
            </a:r>
            <a:r>
              <a:rPr lang="en-IN" dirty="0" err="1"/>
              <a:t>gÒ</a:t>
            </a:r>
            <a:r>
              <a:rPr lang="en-IN" dirty="0"/>
              <a:t> </a:t>
            </a:r>
            <a:r>
              <a:rPr lang="en-IN" dirty="0" err="1"/>
              <a:t>L®VhúP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14681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A635FC-35ED-EF0E-0B4D-2CB8BC751661}"/>
              </a:ext>
            </a:extLst>
          </p:cNvPr>
          <p:cNvSpPr txBox="1"/>
          <p:nvPr/>
        </p:nvSpPr>
        <p:spPr>
          <a:xfrm>
            <a:off x="-1" y="5377725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TôY</a:t>
            </a:r>
            <a:r>
              <a:rPr lang="en-IN" dirty="0"/>
              <a:t> </a:t>
            </a:r>
            <a:r>
              <a:rPr lang="en-IN" dirty="0" err="1"/>
              <a:t>áTj§p</a:t>
            </a:r>
            <a:r>
              <a:rPr lang="en-IN" dirty="0"/>
              <a:t> ¡</a:t>
            </a:r>
            <a:r>
              <a:rPr lang="en-IN" dirty="0" err="1"/>
              <a:t>PkR</a:t>
            </a:r>
            <a:r>
              <a:rPr lang="en-IN" dirty="0"/>
              <a:t> </a:t>
            </a:r>
            <a:r>
              <a:rPr lang="en-IN" dirty="0" err="1"/>
              <a:t>SôªkÕ</a:t>
            </a:r>
            <a:r>
              <a:rPr lang="en-IN" dirty="0"/>
              <a:t> </a:t>
            </a:r>
          </a:p>
          <a:p>
            <a:r>
              <a:rPr lang="en-IN" dirty="0" err="1"/>
              <a:t>TWu</a:t>
            </a:r>
            <a:r>
              <a:rPr lang="en-IN" dirty="0"/>
              <a:t>\ </a:t>
            </a:r>
            <a:r>
              <a:rPr lang="en-IN" dirty="0" err="1"/>
              <a:t>YôdRjR</a:t>
            </a:r>
            <a:r>
              <a:rPr lang="en-IN" dirty="0"/>
              <a:t> </a:t>
            </a:r>
            <a:r>
              <a:rPr lang="en-IN" dirty="0" err="1"/>
              <a:t>ÑRWpúXô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3851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611AF-DFF0-A832-9C2C-6E59B7990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7439E68-E170-8520-4E6C-4964A4823097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B03E92-69FD-A51E-D167-2F7C53B39BE9}"/>
              </a:ext>
            </a:extLst>
          </p:cNvPr>
          <p:cNvSpPr txBox="1"/>
          <p:nvPr/>
        </p:nvSpPr>
        <p:spPr>
          <a:xfrm>
            <a:off x="0" y="5370535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TWuù</a:t>
            </a:r>
            <a:r>
              <a:rPr lang="en-IN" dirty="0"/>
              <a:t>\ </a:t>
            </a:r>
            <a:r>
              <a:rPr lang="en-IN" dirty="0" err="1"/>
              <a:t>vúSLjRôp</a:t>
            </a:r>
            <a:r>
              <a:rPr lang="en-IN" dirty="0"/>
              <a:t> </a:t>
            </a:r>
            <a:r>
              <a:rPr lang="en-IN" dirty="0" err="1"/>
              <a:t>TWmlWLô£lTôu</a:t>
            </a:r>
            <a:r>
              <a:rPr lang="en-IN" dirty="0"/>
              <a:t> </a:t>
            </a:r>
          </a:p>
          <a:p>
            <a:r>
              <a:rPr lang="en-IN" dirty="0" err="1"/>
              <a:t>T¬ÑjRàùP</a:t>
            </a:r>
            <a:r>
              <a:rPr lang="en-IN" dirty="0"/>
              <a:t> TWU </a:t>
            </a:r>
            <a:r>
              <a:rPr lang="en-IN" dirty="0" err="1"/>
              <a:t>NeLúU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31765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B4D4B-BF39-8EA5-EFF5-5219C5C0F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CDB4769-DB8D-51D9-41E3-CD8902109F1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7C0906-9D9E-E0B0-33AC-70B3C5C538BD}"/>
              </a:ext>
            </a:extLst>
          </p:cNvPr>
          <p:cNvSpPr txBox="1"/>
          <p:nvPr/>
        </p:nvSpPr>
        <p:spPr>
          <a:xfrm>
            <a:off x="0" y="5377727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LWeM°p</a:t>
            </a:r>
            <a:r>
              <a:rPr lang="en-IN" dirty="0"/>
              <a:t> </a:t>
            </a:r>
            <a:r>
              <a:rPr lang="en-IN" dirty="0" err="1"/>
              <a:t>SmúU</a:t>
            </a:r>
            <a:r>
              <a:rPr lang="en-IN" dirty="0"/>
              <a:t> </a:t>
            </a:r>
            <a:r>
              <a:rPr lang="en-IN" dirty="0" err="1"/>
              <a:t>Y¶dÏk</a:t>
            </a:r>
            <a:r>
              <a:rPr lang="en-IN" dirty="0"/>
              <a:t> </a:t>
            </a:r>
            <a:r>
              <a:rPr lang="en-IN" dirty="0" err="1"/>
              <a:t>úSô</a:t>
            </a:r>
            <a:r>
              <a:rPr lang="en-IN" dirty="0"/>
              <a:t>]Yu </a:t>
            </a:r>
          </a:p>
          <a:p>
            <a:r>
              <a:rPr lang="en-IN" dirty="0" err="1"/>
              <a:t>TôWeLs</a:t>
            </a:r>
            <a:r>
              <a:rPr lang="en-IN" dirty="0"/>
              <a:t> §]m </a:t>
            </a:r>
            <a:r>
              <a:rPr lang="en-IN" dirty="0" err="1"/>
              <a:t>ÑUdÏkÕ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2114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4B7D1-C63B-A783-4224-7F570B449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279918F-7A1B-011B-9FA8-CBF044D712E4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F7314B-C223-7183-D335-6E6665554E1D}"/>
              </a:ext>
            </a:extLst>
          </p:cNvPr>
          <p:cNvSpPr txBox="1"/>
          <p:nvPr/>
        </p:nvSpPr>
        <p:spPr>
          <a:xfrm>
            <a:off x="0" y="5370540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dÚûT</a:t>
            </a:r>
            <a:r>
              <a:rPr lang="en-IN" dirty="0"/>
              <a:t>«]</a:t>
            </a:r>
            <a:r>
              <a:rPr lang="en-IN" dirty="0" err="1"/>
              <a:t>ôjUô®p</a:t>
            </a:r>
            <a:r>
              <a:rPr lang="en-IN" dirty="0"/>
              <a:t> ¨û\</a:t>
            </a:r>
            <a:r>
              <a:rPr lang="en-IN" dirty="0" err="1"/>
              <a:t>Vôm</a:t>
            </a:r>
            <a:r>
              <a:rPr lang="en-IN" dirty="0"/>
              <a:t> </a:t>
            </a:r>
            <a:r>
              <a:rPr lang="en-IN" dirty="0" err="1"/>
              <a:t>SmØûP</a:t>
            </a:r>
            <a:r>
              <a:rPr lang="en-IN" dirty="0"/>
              <a:t> </a:t>
            </a:r>
          </a:p>
          <a:p>
            <a:r>
              <a:rPr lang="pt-BR" dirty="0"/>
              <a:t>Õ¬ReLs ¶Um úTôX A</a:t>
            </a:r>
            <a:r>
              <a:rPr lang="pt-BR" dirty="0">
                <a:latin typeface="Tamil Bible" pitchFamily="2" charset="0"/>
              </a:rPr>
              <a:t>yp</a:t>
            </a:r>
            <a:r>
              <a:rPr lang="pt-BR" dirty="0"/>
              <a:t>VhúP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9606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5BC8D-3360-4959-31DF-27E58A46A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CABD46B-BC71-7967-C781-8F34033372C3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EF8C19-AAD2-1A2F-D41E-C2793E252FDD}"/>
              </a:ext>
            </a:extLst>
          </p:cNvPr>
          <p:cNvSpPr txBox="1"/>
          <p:nvPr/>
        </p:nvSpPr>
        <p:spPr>
          <a:xfrm>
            <a:off x="-1" y="5377725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/>
              <a:t>TWU ®°</a:t>
            </a:r>
            <a:r>
              <a:rPr lang="en-IN" dirty="0" err="1"/>
              <a:t>ÙúP</a:t>
            </a:r>
            <a:r>
              <a:rPr lang="en-IN" dirty="0"/>
              <a:t> ®Ú§]</a:t>
            </a:r>
            <a:r>
              <a:rPr lang="en-IN" dirty="0" err="1"/>
              <a:t>ôn</a:t>
            </a:r>
            <a:r>
              <a:rPr lang="en-IN" dirty="0"/>
              <a:t> </a:t>
            </a:r>
            <a:r>
              <a:rPr lang="en-IN" dirty="0" err="1"/>
              <a:t>SmùU</a:t>
            </a:r>
            <a:r>
              <a:rPr lang="en-IN" dirty="0"/>
              <a:t> </a:t>
            </a:r>
          </a:p>
          <a:p>
            <a:r>
              <a:rPr lang="en-IN" dirty="0"/>
              <a:t>®°</a:t>
            </a:r>
            <a:r>
              <a:rPr lang="en-IN" dirty="0" err="1"/>
              <a:t>fN</a:t>
            </a:r>
            <a:r>
              <a:rPr lang="en-IN" dirty="0"/>
              <a:t> </a:t>
            </a:r>
            <a:r>
              <a:rPr lang="en-IN" dirty="0" err="1"/>
              <a:t>Yù</a:t>
            </a:r>
            <a:r>
              <a:rPr lang="en-IN" dirty="0"/>
              <a:t>]</a:t>
            </a:r>
            <a:r>
              <a:rPr lang="en-IN" dirty="0" err="1"/>
              <a:t>kÖm</a:t>
            </a:r>
            <a:r>
              <a:rPr lang="en-IN" dirty="0"/>
              <a:t> </a:t>
            </a:r>
            <a:r>
              <a:rPr lang="en-IN" dirty="0" err="1"/>
              <a:t>SPj§Óm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3121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1483</TotalTime>
  <Words>131</Words>
  <Application>Microsoft Office PowerPoint</Application>
  <PresentationFormat>Widescreen</PresentationFormat>
  <Paragraphs>16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Tamil Bible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samson christopher</dc:creator>
  <cp:lastModifiedBy>ETZC Media</cp:lastModifiedBy>
  <cp:revision>61</cp:revision>
  <dcterms:created xsi:type="dcterms:W3CDTF">2019-11-02T16:27:41Z</dcterms:created>
  <dcterms:modified xsi:type="dcterms:W3CDTF">2026-02-01T10:16:56Z</dcterms:modified>
</cp:coreProperties>
</file>
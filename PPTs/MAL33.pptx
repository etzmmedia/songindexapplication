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1" r:id="rId3"/>
    <p:sldId id="392" r:id="rId4"/>
    <p:sldId id="393" r:id="rId5"/>
    <p:sldId id="394" r:id="rId6"/>
    <p:sldId id="395" r:id="rId7"/>
    <p:sldId id="396" r:id="rId8"/>
    <p:sldId id="39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7B4D33-DC9C-C2D7-57FB-A6EAC09F10C2}"/>
              </a:ext>
            </a:extLst>
          </p:cNvPr>
          <p:cNvSpPr txBox="1"/>
          <p:nvPr/>
        </p:nvSpPr>
        <p:spPr>
          <a:xfrm>
            <a:off x="0" y="5377727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Cj</a:t>
            </a:r>
            <a:r>
              <a:rPr lang="en-IN" dirty="0"/>
              <a:t>\ </a:t>
            </a:r>
            <a:r>
              <a:rPr lang="en-IN" dirty="0" err="1"/>
              <a:t>úRô</a:t>
            </a:r>
            <a:r>
              <a:rPr lang="en-IN" dirty="0"/>
              <a:t>[m </a:t>
            </a:r>
            <a:r>
              <a:rPr lang="en-IN" dirty="0" err="1"/>
              <a:t>VúaôYô</a:t>
            </a:r>
            <a:r>
              <a:rPr lang="en-IN" dirty="0"/>
              <a:t> ^</a:t>
            </a:r>
            <a:r>
              <a:rPr lang="en-IN" dirty="0" err="1"/>
              <a:t>Lô«fÑ</a:t>
            </a:r>
            <a:r>
              <a:rPr lang="en-IN" dirty="0"/>
              <a:t> </a:t>
            </a:r>
          </a:p>
          <a:p>
            <a:r>
              <a:rPr lang="en-IN" dirty="0" err="1"/>
              <a:t>Cj</a:t>
            </a:r>
            <a:r>
              <a:rPr lang="en-IN" dirty="0"/>
              <a:t>\ </a:t>
            </a:r>
            <a:r>
              <a:rPr lang="en-IN" dirty="0" err="1"/>
              <a:t>úRô</a:t>
            </a:r>
            <a:r>
              <a:rPr lang="en-IN" dirty="0"/>
              <a:t>[m </a:t>
            </a:r>
            <a:r>
              <a:rPr lang="en-IN" dirty="0" err="1"/>
              <a:t>ùRnYm</a:t>
            </a:r>
            <a:r>
              <a:rPr lang="en-IN" dirty="0"/>
              <a:t> </a:t>
            </a:r>
            <a:r>
              <a:rPr lang="en-IN" dirty="0" err="1"/>
              <a:t>Guù</a:t>
            </a:r>
            <a:r>
              <a:rPr lang="en-IN" dirty="0"/>
              <a:t>] </a:t>
            </a:r>
            <a:r>
              <a:rPr lang="en-IN" dirty="0" err="1"/>
              <a:t>SPj</a:t>
            </a:r>
            <a:r>
              <a:rPr lang="en-IN" dirty="0"/>
              <a:t>§ </a:t>
            </a:r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943BF2-8FE4-FA9E-E68D-64E84D3C63F5}"/>
              </a:ext>
            </a:extLst>
          </p:cNvPr>
          <p:cNvSpPr txBox="1"/>
          <p:nvPr/>
        </p:nvSpPr>
        <p:spPr>
          <a:xfrm>
            <a:off x="-1" y="5389015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JkÖªpXônûU«p</a:t>
            </a:r>
            <a:r>
              <a:rPr lang="en-IN" dirty="0"/>
              <a:t> ¨</a:t>
            </a:r>
            <a:r>
              <a:rPr lang="en-IN" dirty="0" err="1"/>
              <a:t>kùSuú</a:t>
            </a:r>
            <a:r>
              <a:rPr lang="en-IN" dirty="0"/>
              <a:t>] </a:t>
            </a:r>
            <a:r>
              <a:rPr lang="en-IN" dirty="0" err="1"/>
              <a:t>EVoj</a:t>
            </a:r>
            <a:r>
              <a:rPr lang="en-IN" dirty="0"/>
              <a:t>§ </a:t>
            </a:r>
          </a:p>
          <a:p>
            <a:r>
              <a:rPr lang="en-IN" dirty="0" err="1"/>
              <a:t>Cj</a:t>
            </a:r>
            <a:r>
              <a:rPr lang="en-IN" dirty="0"/>
              <a:t>\ </a:t>
            </a:r>
            <a:r>
              <a:rPr lang="en-IN" dirty="0" err="1"/>
              <a:t>úRô</a:t>
            </a:r>
            <a:r>
              <a:rPr lang="en-IN" dirty="0"/>
              <a:t>[m </a:t>
            </a:r>
            <a:r>
              <a:rPr lang="en-IN" dirty="0" err="1"/>
              <a:t>VúaôYô</a:t>
            </a:r>
            <a:r>
              <a:rPr lang="en-IN" dirty="0"/>
              <a:t> ^</a:t>
            </a:r>
            <a:r>
              <a:rPr lang="en-IN" dirty="0" err="1"/>
              <a:t>Lô«fÑ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96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374E34-2DC6-05BB-78FE-3D535B5658CF}"/>
              </a:ext>
            </a:extLst>
          </p:cNvPr>
          <p:cNvSpPr txBox="1"/>
          <p:nvPr/>
        </p:nvSpPr>
        <p:spPr>
          <a:xfrm>
            <a:off x="-1" y="5384917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BLô±ù</a:t>
            </a:r>
            <a:r>
              <a:rPr lang="en-IN" dirty="0"/>
              <a:t>] </a:t>
            </a:r>
            <a:r>
              <a:rPr lang="en-IN" dirty="0" err="1"/>
              <a:t>úTôúX</a:t>
            </a:r>
            <a:r>
              <a:rPr lang="en-IN" dirty="0"/>
              <a:t> </a:t>
            </a:r>
            <a:r>
              <a:rPr lang="en-IN" dirty="0" err="1"/>
              <a:t>Oôu</a:t>
            </a:r>
            <a:r>
              <a:rPr lang="en-IN" dirty="0"/>
              <a:t> </a:t>
            </a:r>
            <a:r>
              <a:rPr lang="en-IN" dirty="0" err="1"/>
              <a:t>LWgOúTôs</a:t>
            </a:r>
            <a:r>
              <a:rPr lang="en-IN" dirty="0"/>
              <a:t> </a:t>
            </a:r>
          </a:p>
          <a:p>
            <a:r>
              <a:rPr lang="en-IN" dirty="0" err="1"/>
              <a:t>VôdúLô©ù</a:t>
            </a:r>
            <a:r>
              <a:rPr lang="en-IN" dirty="0"/>
              <a:t>] </a:t>
            </a:r>
            <a:r>
              <a:rPr lang="en-IN" dirty="0" err="1"/>
              <a:t>úTôúX</a:t>
            </a:r>
            <a:r>
              <a:rPr lang="en-IN" dirty="0"/>
              <a:t> </a:t>
            </a:r>
            <a:r>
              <a:rPr lang="en-IN" dirty="0" err="1"/>
              <a:t>Oôu</a:t>
            </a:r>
            <a:r>
              <a:rPr lang="en-IN" dirty="0"/>
              <a:t> </a:t>
            </a:r>
            <a:r>
              <a:rPr lang="en-IN" dirty="0" err="1"/>
              <a:t>AXgOlúTôs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B553F1-D1CD-4A5D-A23F-5D1558598CD9}"/>
              </a:ext>
            </a:extLst>
          </p:cNvPr>
          <p:cNvSpPr txBox="1"/>
          <p:nvPr/>
        </p:nvSpPr>
        <p:spPr>
          <a:xfrm>
            <a:off x="0" y="5377725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UÚéª«ùX²dÏ </a:t>
            </a:r>
            <a:r>
              <a:rPr lang="en-IN" dirty="0" err="1"/>
              <a:t>ËY_Xm</a:t>
            </a:r>
            <a:r>
              <a:rPr lang="en-IN" dirty="0"/>
              <a:t> </a:t>
            </a:r>
            <a:r>
              <a:rPr lang="en-IN" dirty="0" err="1"/>
              <a:t>RkùSuù</a:t>
            </a:r>
            <a:r>
              <a:rPr lang="en-IN" dirty="0"/>
              <a:t>] </a:t>
            </a:r>
          </a:p>
          <a:p>
            <a:r>
              <a:rPr lang="en-IN" dirty="0" err="1"/>
              <a:t>Cj</a:t>
            </a:r>
            <a:r>
              <a:rPr lang="en-IN" dirty="0"/>
              <a:t>\ </a:t>
            </a:r>
            <a:r>
              <a:rPr lang="en-IN" dirty="0" err="1"/>
              <a:t>úRô</a:t>
            </a:r>
            <a:r>
              <a:rPr lang="en-IN" dirty="0"/>
              <a:t>[m </a:t>
            </a:r>
            <a:r>
              <a:rPr lang="en-IN" dirty="0" err="1"/>
              <a:t>VúaôYô</a:t>
            </a:r>
            <a:r>
              <a:rPr lang="en-IN" dirty="0"/>
              <a:t> ^</a:t>
            </a:r>
            <a:r>
              <a:rPr lang="en-IN" dirty="0" err="1"/>
              <a:t>Lô«fÑ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385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494E9-0BDD-7756-B3FF-D36FA2FA4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349F26D-6B35-C0E7-33DD-3549EDA00B28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65A68D-6DEC-4145-698A-3289B879D017}"/>
              </a:ext>
            </a:extLst>
          </p:cNvPr>
          <p:cNvSpPr txBox="1"/>
          <p:nvPr/>
        </p:nvSpPr>
        <p:spPr>
          <a:xfrm>
            <a:off x="0" y="5384916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HL]</a:t>
            </a:r>
            <a:r>
              <a:rPr lang="en-IN" dirty="0" err="1"/>
              <a:t>ôn</a:t>
            </a:r>
            <a:r>
              <a:rPr lang="en-IN" dirty="0"/>
              <a:t> ¨</a:t>
            </a:r>
            <a:r>
              <a:rPr lang="en-IN" dirty="0" err="1"/>
              <a:t>uV</a:t>
            </a:r>
            <a:r>
              <a:rPr lang="en-IN" dirty="0"/>
              <a:t>]</a:t>
            </a:r>
            <a:r>
              <a:rPr lang="en-IN" dirty="0" err="1"/>
              <a:t>ôn</a:t>
            </a:r>
            <a:r>
              <a:rPr lang="en-IN" dirty="0"/>
              <a:t> </a:t>
            </a:r>
            <a:r>
              <a:rPr lang="en-IN" dirty="0" err="1"/>
              <a:t>TWúR£Vôn</a:t>
            </a:r>
            <a:r>
              <a:rPr lang="en-IN" dirty="0"/>
              <a:t> </a:t>
            </a:r>
          </a:p>
          <a:p>
            <a:r>
              <a:rPr lang="en-IN" dirty="0" err="1"/>
              <a:t>SôÓm</a:t>
            </a:r>
            <a:r>
              <a:rPr lang="en-IN" dirty="0"/>
              <a:t> </a:t>
            </a:r>
            <a:r>
              <a:rPr lang="en-IN" dirty="0" err="1"/>
              <a:t>ÅÓm</a:t>
            </a:r>
            <a:r>
              <a:rPr lang="en-IN" dirty="0"/>
              <a:t> ®</a:t>
            </a:r>
            <a:r>
              <a:rPr lang="en-IN" dirty="0" err="1"/>
              <a:t>hÓ</a:t>
            </a:r>
            <a:r>
              <a:rPr lang="en-IN" dirty="0"/>
              <a:t> </a:t>
            </a:r>
            <a:r>
              <a:rPr lang="en-IN" dirty="0" err="1"/>
              <a:t>Oôu</a:t>
            </a:r>
            <a:r>
              <a:rPr lang="en-IN" dirty="0"/>
              <a:t> </a:t>
            </a:r>
            <a:r>
              <a:rPr lang="en-IN" dirty="0" err="1"/>
              <a:t>AXgOlúTôs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65304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5E460-D874-EDD4-E264-FCFC5886A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D106A10-B560-63A8-AB0B-0B84EE20E1F7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089588-1569-BB99-C34D-32FAB86FA862}"/>
              </a:ext>
            </a:extLst>
          </p:cNvPr>
          <p:cNvSpPr txBox="1"/>
          <p:nvPr/>
        </p:nvSpPr>
        <p:spPr>
          <a:xfrm>
            <a:off x="-1" y="5374691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ùNôkR</a:t>
            </a:r>
            <a:r>
              <a:rPr lang="en-IN" dirty="0"/>
              <a:t> </a:t>
            </a:r>
            <a:r>
              <a:rPr lang="en-IN" dirty="0" err="1"/>
              <a:t>Sôh¥p</a:t>
            </a:r>
            <a:r>
              <a:rPr lang="en-IN" dirty="0"/>
              <a:t> </a:t>
            </a:r>
            <a:r>
              <a:rPr lang="en-IN" dirty="0" err="1"/>
              <a:t>úNojÕ</a:t>
            </a:r>
            <a:r>
              <a:rPr lang="en-IN" dirty="0"/>
              <a:t> </a:t>
            </a:r>
            <a:r>
              <a:rPr lang="en-IN" dirty="0" err="1"/>
              <a:t>ùLôs</a:t>
            </a:r>
            <a:r>
              <a:rPr lang="en-IN" dirty="0"/>
              <a:t>[</a:t>
            </a:r>
            <a:r>
              <a:rPr lang="en-IN" dirty="0" err="1"/>
              <a:t>ôm</a:t>
            </a:r>
            <a:r>
              <a:rPr lang="en-IN" dirty="0"/>
              <a:t> </a:t>
            </a:r>
            <a:r>
              <a:rPr lang="en-IN" dirty="0" err="1"/>
              <a:t>GkÖWfN</a:t>
            </a:r>
            <a:r>
              <a:rPr lang="en-IN" dirty="0"/>
              <a:t> </a:t>
            </a:r>
            <a:r>
              <a:rPr lang="en-IN" dirty="0" err="1"/>
              <a:t>SôRú</a:t>
            </a:r>
            <a:r>
              <a:rPr lang="en-IN" dirty="0"/>
              <a:t>] </a:t>
            </a:r>
          </a:p>
          <a:p>
            <a:r>
              <a:rPr lang="en-IN" dirty="0" err="1"/>
              <a:t>Cj</a:t>
            </a:r>
            <a:r>
              <a:rPr lang="en-IN" dirty="0"/>
              <a:t>\ </a:t>
            </a:r>
            <a:r>
              <a:rPr lang="en-IN" dirty="0" err="1"/>
              <a:t>úRô</a:t>
            </a:r>
            <a:r>
              <a:rPr lang="en-IN" dirty="0"/>
              <a:t>[m </a:t>
            </a:r>
            <a:r>
              <a:rPr lang="en-IN" dirty="0" err="1"/>
              <a:t>VúaôYô</a:t>
            </a:r>
            <a:r>
              <a:rPr lang="en-IN" dirty="0"/>
              <a:t> ^</a:t>
            </a:r>
            <a:r>
              <a:rPr lang="en-IN" dirty="0" err="1"/>
              <a:t>Lô«fÑ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05488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8C14A-2366-E580-61D4-C269D5FF6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59AF52D-44CD-D2C3-1419-28C423A65963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AEE438-F041-2B84-FEA5-31730506E975}"/>
              </a:ext>
            </a:extLst>
          </p:cNvPr>
          <p:cNvSpPr txBox="1"/>
          <p:nvPr/>
        </p:nvSpPr>
        <p:spPr>
          <a:xfrm>
            <a:off x="0" y="5381829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LiÔ ¿</a:t>
            </a:r>
            <a:r>
              <a:rPr lang="en-IN" dirty="0" err="1"/>
              <a:t>Úm</a:t>
            </a:r>
            <a:r>
              <a:rPr lang="en-IN" dirty="0"/>
              <a:t> </a:t>
            </a:r>
            <a:r>
              <a:rPr lang="en-IN" dirty="0" err="1"/>
              <a:t>ÕdLÜm</a:t>
            </a:r>
            <a:r>
              <a:rPr lang="en-IN" dirty="0"/>
              <a:t> ¨</a:t>
            </a:r>
            <a:r>
              <a:rPr lang="en-IN" dirty="0" err="1"/>
              <a:t>WôûNÙm</a:t>
            </a:r>
            <a:r>
              <a:rPr lang="en-IN" dirty="0"/>
              <a:t> </a:t>
            </a:r>
          </a:p>
          <a:p>
            <a:r>
              <a:rPr lang="en-IN" dirty="0" err="1"/>
              <a:t>éoQUôn</a:t>
            </a:r>
            <a:r>
              <a:rPr lang="en-IN" dirty="0"/>
              <a:t> </a:t>
            </a:r>
            <a:r>
              <a:rPr lang="en-IN" dirty="0" err="1"/>
              <a:t>Uô±Óm</a:t>
            </a:r>
            <a:r>
              <a:rPr lang="en-IN" dirty="0"/>
              <a:t> §]m </a:t>
            </a:r>
            <a:r>
              <a:rPr lang="en-IN" dirty="0" err="1"/>
              <a:t>YÚm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18012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123FE-B1C6-AB15-FEBE-6AFD07242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8714532-20E3-371E-6024-5E67AAB22435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A712F2-3D35-BFB8-E570-526547B49839}"/>
              </a:ext>
            </a:extLst>
          </p:cNvPr>
          <p:cNvSpPr txBox="1"/>
          <p:nvPr/>
        </p:nvSpPr>
        <p:spPr>
          <a:xfrm>
            <a:off x="0" y="5385981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AkÖ</a:t>
            </a:r>
            <a:r>
              <a:rPr lang="en-IN" dirty="0"/>
              <a:t> </a:t>
            </a:r>
            <a:r>
              <a:rPr lang="en-IN" dirty="0" err="1"/>
              <a:t>TôÓm</a:t>
            </a:r>
            <a:r>
              <a:rPr lang="en-IN" dirty="0"/>
              <a:t> </a:t>
            </a:r>
            <a:r>
              <a:rPr lang="en-IN" dirty="0" err="1"/>
              <a:t>çRo</a:t>
            </a:r>
            <a:r>
              <a:rPr lang="en-IN" dirty="0"/>
              <a:t> </a:t>
            </a:r>
            <a:r>
              <a:rPr lang="en-IN" dirty="0" err="1"/>
              <a:t>Uj§úV</a:t>
            </a:r>
            <a:r>
              <a:rPr lang="en-IN" dirty="0"/>
              <a:t> </a:t>
            </a:r>
            <a:r>
              <a:rPr lang="en-IN" dirty="0" err="1"/>
              <a:t>BojÕTôÓm</a:t>
            </a:r>
            <a:r>
              <a:rPr lang="en-IN" dirty="0"/>
              <a:t> </a:t>
            </a:r>
            <a:r>
              <a:rPr lang="en-IN" dirty="0" err="1"/>
              <a:t>ÑjRÚm</a:t>
            </a:r>
            <a:r>
              <a:rPr lang="en-IN" dirty="0"/>
              <a:t> </a:t>
            </a:r>
          </a:p>
          <a:p>
            <a:r>
              <a:rPr lang="en-IN" dirty="0" err="1"/>
              <a:t>Cj</a:t>
            </a:r>
            <a:r>
              <a:rPr lang="en-IN" dirty="0"/>
              <a:t>\ </a:t>
            </a:r>
            <a:r>
              <a:rPr lang="en-IN" dirty="0" err="1"/>
              <a:t>úRô</a:t>
            </a:r>
            <a:r>
              <a:rPr lang="en-IN" dirty="0"/>
              <a:t>[m </a:t>
            </a:r>
            <a:r>
              <a:rPr lang="en-IN" dirty="0" err="1"/>
              <a:t>VúaôYô</a:t>
            </a:r>
            <a:r>
              <a:rPr lang="en-IN" dirty="0"/>
              <a:t> ^</a:t>
            </a:r>
            <a:r>
              <a:rPr lang="en-IN" dirty="0" err="1"/>
              <a:t>Lô«fÑ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78024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1517</TotalTime>
  <Words>138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2026-03-07T08:58:02Z</dcterms:modified>
</cp:coreProperties>
</file>
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modSld">
      <pc:chgData name="ETZC Media" userId="05f0189a5894c19d" providerId="LiveId" clId="{74A74B86-AB48-4D11-ACCF-EA0EDB4FDC3C}" dt="2026-02-01T10:30:00.450" v="12" actId="255"/>
      <pc:docMkLst>
        <pc:docMk/>
      </pc:docMkLst>
      <pc:sldChg chg="modSp mod">
        <pc:chgData name="ETZC Media" userId="05f0189a5894c19d" providerId="LiveId" clId="{74A74B86-AB48-4D11-ACCF-EA0EDB4FDC3C}" dt="2026-02-01T10:29:22.113" v="5" actId="255"/>
        <pc:sldMkLst>
          <pc:docMk/>
          <pc:sldMk cId="2903025440" sldId="394"/>
        </pc:sldMkLst>
        <pc:spChg chg="mod">
          <ac:chgData name="ETZC Media" userId="05f0189a5894c19d" providerId="LiveId" clId="{74A74B86-AB48-4D11-ACCF-EA0EDB4FDC3C}" dt="2026-02-01T10:29:22.113" v="5" actId="255"/>
          <ac:spMkLst>
            <pc:docMk/>
            <pc:sldMk cId="2903025440" sldId="394"/>
            <ac:spMk id="3" creationId="{FDFACFC5-4C33-8C55-0232-1FE1973A521E}"/>
          </ac:spMkLst>
        </pc:spChg>
      </pc:sldChg>
      <pc:sldChg chg="modSp mod">
        <pc:chgData name="ETZC Media" userId="05f0189a5894c19d" providerId="LiveId" clId="{74A74B86-AB48-4D11-ACCF-EA0EDB4FDC3C}" dt="2026-02-01T10:29:38.016" v="8" actId="1035"/>
        <pc:sldMkLst>
          <pc:docMk/>
          <pc:sldMk cId="1513701349" sldId="395"/>
        </pc:sldMkLst>
        <pc:spChg chg="mod">
          <ac:chgData name="ETZC Media" userId="05f0189a5894c19d" providerId="LiveId" clId="{74A74B86-AB48-4D11-ACCF-EA0EDB4FDC3C}" dt="2026-02-01T10:29:38.016" v="8" actId="1035"/>
          <ac:spMkLst>
            <pc:docMk/>
            <pc:sldMk cId="1513701349" sldId="395"/>
            <ac:spMk id="3" creationId="{EFBA52E0-7704-52EE-D95F-B74DA5C87A1C}"/>
          </ac:spMkLst>
        </pc:spChg>
      </pc:sldChg>
      <pc:sldChg chg="modSp mod">
        <pc:chgData name="ETZC Media" userId="05f0189a5894c19d" providerId="LiveId" clId="{74A74B86-AB48-4D11-ACCF-EA0EDB4FDC3C}" dt="2026-02-01T10:29:51.584" v="11" actId="255"/>
        <pc:sldMkLst>
          <pc:docMk/>
          <pc:sldMk cId="3133034412" sldId="396"/>
        </pc:sldMkLst>
        <pc:spChg chg="mod">
          <ac:chgData name="ETZC Media" userId="05f0189a5894c19d" providerId="LiveId" clId="{74A74B86-AB48-4D11-ACCF-EA0EDB4FDC3C}" dt="2026-02-01T10:29:51.584" v="11" actId="255"/>
          <ac:spMkLst>
            <pc:docMk/>
            <pc:sldMk cId="3133034412" sldId="396"/>
            <ac:spMk id="3" creationId="{73648BB8-7C21-B807-60CC-7F3CE3714E37}"/>
          </ac:spMkLst>
        </pc:spChg>
      </pc:sldChg>
      <pc:sldChg chg="modSp mod">
        <pc:chgData name="ETZC Media" userId="05f0189a5894c19d" providerId="LiveId" clId="{74A74B86-AB48-4D11-ACCF-EA0EDB4FDC3C}" dt="2026-02-01T10:30:00.450" v="12" actId="255"/>
        <pc:sldMkLst>
          <pc:docMk/>
          <pc:sldMk cId="2687449562" sldId="397"/>
        </pc:sldMkLst>
        <pc:spChg chg="mod">
          <ac:chgData name="ETZC Media" userId="05f0189a5894c19d" providerId="LiveId" clId="{74A74B86-AB48-4D11-ACCF-EA0EDB4FDC3C}" dt="2026-02-01T10:30:00.450" v="12" actId="255"/>
          <ac:spMkLst>
            <pc:docMk/>
            <pc:sldMk cId="2687449562" sldId="397"/>
            <ac:spMk id="3" creationId="{EEC1D1C9-BF3B-C37C-2885-C8C6A2254A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33692-7AE3-2D6A-F2CE-CE0899A309DB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U]</a:t>
            </a:r>
            <a:r>
              <a:rPr lang="en-IN" dirty="0" err="1"/>
              <a:t>úU</a:t>
            </a:r>
            <a:r>
              <a:rPr lang="en-IN" dirty="0"/>
              <a:t> Th£ </a:t>
            </a:r>
            <a:r>
              <a:rPr lang="en-IN" dirty="0" err="1"/>
              <a:t>LQeLÞQok¨Rô</a:t>
            </a:r>
            <a:r>
              <a:rPr lang="en-IN" dirty="0"/>
              <a:t> TôhÓ </a:t>
            </a:r>
            <a:r>
              <a:rPr lang="en-IN" dirty="0" err="1"/>
              <a:t>Tô¥ÓkÕ</a:t>
            </a:r>
            <a:r>
              <a:rPr lang="en-IN" dirty="0"/>
              <a:t> </a:t>
            </a:r>
          </a:p>
          <a:p>
            <a:r>
              <a:rPr lang="en-IN" dirty="0"/>
              <a:t>U]</a:t>
            </a:r>
            <a:r>
              <a:rPr lang="en-IN" dirty="0" err="1"/>
              <a:t>úU</a:t>
            </a:r>
            <a:r>
              <a:rPr lang="en-IN" dirty="0"/>
              <a:t> ¿</a:t>
            </a:r>
            <a:r>
              <a:rPr lang="en-IN" dirty="0" err="1"/>
              <a:t>ÙØQok¨húPÑTWú</a:t>
            </a:r>
            <a:r>
              <a:rPr lang="en-IN" dirty="0"/>
              <a:t>] </a:t>
            </a:r>
            <a:r>
              <a:rPr lang="en-IN" dirty="0" err="1"/>
              <a:t>Tô¥vÕ§dL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3BEFE-E623-D226-C2E1-DCC4D917AEAE}"/>
              </a:ext>
            </a:extLst>
          </p:cNvPr>
          <p:cNvSpPr txBox="1"/>
          <p:nvPr/>
        </p:nvSpPr>
        <p:spPr>
          <a:xfrm>
            <a:off x="0" y="5370955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200" dirty="0"/>
              <a:t>U]</a:t>
            </a:r>
            <a:r>
              <a:rPr lang="en-IN" sz="4200" dirty="0" err="1"/>
              <a:t>úU</a:t>
            </a:r>
            <a:r>
              <a:rPr lang="en-IN" sz="4200" dirty="0"/>
              <a:t> ¨</a:t>
            </a:r>
            <a:r>
              <a:rPr lang="en-IN" sz="4200" dirty="0" err="1"/>
              <a:t>uú</a:t>
            </a:r>
            <a:r>
              <a:rPr lang="en-IN" sz="4200" dirty="0"/>
              <a:t>] </a:t>
            </a:r>
            <a:r>
              <a:rPr lang="en-IN" sz="4200" dirty="0" err="1"/>
              <a:t>TWØu</a:t>
            </a:r>
            <a:r>
              <a:rPr lang="en-IN" sz="4200" dirty="0"/>
              <a:t>]Ru </a:t>
            </a:r>
            <a:r>
              <a:rPr lang="en-IN" sz="4200" dirty="0" err="1"/>
              <a:t>T¬Tô</a:t>
            </a:r>
            <a:r>
              <a:rPr lang="en-IN" sz="4200" dirty="0" err="1">
                <a:latin typeface="Tamil Bible" pitchFamily="2" charset="0"/>
              </a:rPr>
              <a:t>yp</a:t>
            </a:r>
            <a:r>
              <a:rPr lang="en-IN" sz="4200" dirty="0" err="1"/>
              <a:t>dÏkS§ú</a:t>
            </a:r>
            <a:r>
              <a:rPr lang="en-IN" sz="4200" dirty="0"/>
              <a:t>]</a:t>
            </a:r>
          </a:p>
          <a:p>
            <a:r>
              <a:rPr lang="en-IN" sz="4200" dirty="0"/>
              <a:t>¨]</a:t>
            </a:r>
            <a:r>
              <a:rPr lang="en-IN" sz="4200" dirty="0" err="1"/>
              <a:t>fNôp</a:t>
            </a:r>
            <a:r>
              <a:rPr lang="en-IN" sz="4200" dirty="0"/>
              <a:t> ¨]dÏ`³p ¡</a:t>
            </a:r>
            <a:r>
              <a:rPr lang="en-IN" sz="4200" dirty="0" err="1"/>
              <a:t>PkÖ</a:t>
            </a:r>
            <a:r>
              <a:rPr lang="en-IN" sz="4200" dirty="0"/>
              <a:t>\</a:t>
            </a:r>
            <a:r>
              <a:rPr lang="en-IN" sz="4200" dirty="0" err="1"/>
              <a:t>eMôu</a:t>
            </a:r>
            <a:r>
              <a:rPr lang="en-IN" sz="4200" dirty="0"/>
              <a:t> </a:t>
            </a:r>
            <a:r>
              <a:rPr lang="en-IN" sz="4200" dirty="0" err="1"/>
              <a:t>L¯g»ÓúUô</a:t>
            </a:r>
            <a:endParaRPr lang="en-IN" sz="4200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E3CD3-66D3-DAC1-DD6F-DAC699435198}"/>
              </a:ext>
            </a:extLst>
          </p:cNvPr>
          <p:cNvSpPr txBox="1"/>
          <p:nvPr/>
        </p:nvSpPr>
        <p:spPr>
          <a:xfrm>
            <a:off x="0" y="5373624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/>
              <a:t>ª</a:t>
            </a:r>
            <a:r>
              <a:rPr lang="en-IN" sz="4000" dirty="0" err="1"/>
              <a:t>ßL</a:t>
            </a:r>
            <a:r>
              <a:rPr lang="en-IN" sz="4000" dirty="0"/>
              <a:t> _</a:t>
            </a:r>
            <a:r>
              <a:rPr lang="en-IN" sz="4000" dirty="0" err="1"/>
              <a:t>ôXeLs</a:t>
            </a:r>
            <a:r>
              <a:rPr lang="en-IN" sz="4000" dirty="0"/>
              <a:t> </a:t>
            </a:r>
            <a:r>
              <a:rPr lang="en-IN" sz="4000" dirty="0" err="1"/>
              <a:t>EQok¿ÓkS</a:t>
            </a:r>
            <a:r>
              <a:rPr lang="en-IN" sz="4000" dirty="0"/>
              <a:t> </a:t>
            </a:r>
            <a:r>
              <a:rPr lang="en-IN" sz="4000" dirty="0" err="1"/>
              <a:t>NUVjÕ</a:t>
            </a:r>
            <a:r>
              <a:rPr lang="en-IN" sz="4000" dirty="0"/>
              <a:t> ¿ ¡</a:t>
            </a:r>
            <a:r>
              <a:rPr lang="en-IN" sz="4000" dirty="0" err="1"/>
              <a:t>PkÖ</a:t>
            </a:r>
            <a:r>
              <a:rPr lang="en-IN" sz="4000" dirty="0"/>
              <a:t> </a:t>
            </a:r>
          </a:p>
          <a:p>
            <a:r>
              <a:rPr lang="en-IN" sz="4000" dirty="0"/>
              <a:t>ª</a:t>
            </a:r>
            <a:r>
              <a:rPr lang="en-IN" sz="4000" dirty="0" err="1"/>
              <a:t>ßLjùRdLôÞm</a:t>
            </a:r>
            <a:r>
              <a:rPr lang="en-IN" sz="4000" dirty="0"/>
              <a:t> ¨o®_</a:t>
            </a:r>
            <a:r>
              <a:rPr lang="en-IN" sz="4000" dirty="0" err="1"/>
              <a:t>ô¬Vôn</a:t>
            </a:r>
            <a:r>
              <a:rPr lang="en-IN" sz="4000" dirty="0"/>
              <a:t> E\</a:t>
            </a:r>
            <a:r>
              <a:rPr lang="en-IN" sz="4000" dirty="0" err="1"/>
              <a:t>eMôùRuù</a:t>
            </a:r>
            <a:r>
              <a:rPr lang="en-IN" sz="4000" dirty="0"/>
              <a:t>\ U]</a:t>
            </a:r>
            <a:r>
              <a:rPr lang="en-IN" sz="4000" dirty="0" err="1"/>
              <a:t>úU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71F47-AF42-BED3-098D-332E2F3C7E61}"/>
              </a:ext>
            </a:extLst>
          </p:cNvPr>
          <p:cNvSpPr txBox="1"/>
          <p:nvPr/>
        </p:nvSpPr>
        <p:spPr>
          <a:xfrm>
            <a:off x="0" y="5373626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UWj§u</a:t>
            </a:r>
            <a:r>
              <a:rPr lang="en-IN" dirty="0"/>
              <a:t> </a:t>
            </a:r>
            <a:r>
              <a:rPr lang="en-IN" dirty="0" err="1"/>
              <a:t>ùLôm©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¬dÏm</a:t>
            </a:r>
            <a:r>
              <a:rPr lang="en-IN" dirty="0"/>
              <a:t> Th£ </a:t>
            </a:r>
            <a:r>
              <a:rPr lang="en-IN" dirty="0" err="1"/>
              <a:t>EûWdÏm</a:t>
            </a:r>
            <a:r>
              <a:rPr lang="en-IN" dirty="0"/>
              <a:t> </a:t>
            </a:r>
            <a:r>
              <a:rPr lang="en-IN" dirty="0" err="1"/>
              <a:t>NlRUÕ</a:t>
            </a:r>
            <a:r>
              <a:rPr lang="en-IN" dirty="0"/>
              <a:t> </a:t>
            </a:r>
          </a:p>
          <a:p>
            <a:r>
              <a:rPr lang="en-IN" dirty="0" err="1"/>
              <a:t>úLhÓ</a:t>
            </a:r>
            <a:r>
              <a:rPr lang="en-IN" dirty="0"/>
              <a:t>\</a:t>
            </a:r>
            <a:r>
              <a:rPr lang="en-IN" dirty="0" err="1"/>
              <a:t>dLm</a:t>
            </a:r>
            <a:r>
              <a:rPr lang="en-IN" dirty="0"/>
              <a:t> </a:t>
            </a:r>
            <a:r>
              <a:rPr lang="en-IN" dirty="0" err="1"/>
              <a:t>ùR°gÒPú</a:t>
            </a:r>
            <a:r>
              <a:rPr lang="en-IN" dirty="0"/>
              <a:t>] ¨</a:t>
            </a:r>
            <a:r>
              <a:rPr lang="en-IN" dirty="0" err="1"/>
              <a:t>uú</a:t>
            </a:r>
            <a:r>
              <a:rPr lang="en-IN" dirty="0"/>
              <a:t>\ </a:t>
            </a:r>
            <a:r>
              <a:rPr lang="en-IN" dirty="0" err="1"/>
              <a:t>TWú</a:t>
            </a:r>
            <a:r>
              <a:rPr lang="en-IN" dirty="0"/>
              <a:t>] </a:t>
            </a:r>
            <a:r>
              <a:rPr lang="en-IN" dirty="0" err="1"/>
              <a:t>Tô¥vÕ§dL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2BDC-5CE2-3CD1-0B75-D8E1EE99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06F86F-EC9A-779B-8721-54B7C780C81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ACFC5-4C33-8C55-0232-1FE1973A521E}"/>
              </a:ext>
            </a:extLst>
          </p:cNvPr>
          <p:cNvSpPr txBox="1"/>
          <p:nvPr/>
        </p:nvSpPr>
        <p:spPr>
          <a:xfrm>
            <a:off x="-1" y="53736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 err="1"/>
              <a:t>TWú</a:t>
            </a:r>
            <a:r>
              <a:rPr lang="en-IN" sz="4400" dirty="0"/>
              <a:t>]Ñ </a:t>
            </a:r>
            <a:r>
              <a:rPr lang="en-IN" sz="4400" dirty="0" err="1"/>
              <a:t>Rô</a:t>
            </a:r>
            <a:r>
              <a:rPr lang="en-IN" sz="4400" dirty="0"/>
              <a:t>]§</a:t>
            </a:r>
            <a:r>
              <a:rPr lang="en-IN" sz="4400" dirty="0" err="1"/>
              <a:t>Wô®úX</a:t>
            </a:r>
            <a:r>
              <a:rPr lang="en-IN" sz="4400" dirty="0"/>
              <a:t> Y]</a:t>
            </a:r>
            <a:r>
              <a:rPr lang="en-IN" sz="4400" dirty="0" err="1"/>
              <a:t>UôùVôÚ</a:t>
            </a:r>
            <a:r>
              <a:rPr lang="en-IN" sz="4400" dirty="0"/>
              <a:t> </a:t>
            </a:r>
            <a:r>
              <a:rPr lang="en-IN" sz="4400" dirty="0" err="1"/>
              <a:t>vRXj§p</a:t>
            </a:r>
            <a:r>
              <a:rPr lang="en-IN" sz="4400" dirty="0"/>
              <a:t> </a:t>
            </a:r>
          </a:p>
          <a:p>
            <a:r>
              <a:rPr lang="en-IN" sz="4400" dirty="0" err="1"/>
              <a:t>T¬ú_ôÓQokùSÝkÖ</a:t>
            </a:r>
            <a:r>
              <a:rPr lang="en-IN" sz="4400" dirty="0"/>
              <a:t> ©\</a:t>
            </a:r>
            <a:r>
              <a:rPr lang="en-IN" sz="4400" dirty="0" err="1"/>
              <a:t>ôoj§fNÕ</a:t>
            </a:r>
            <a:r>
              <a:rPr lang="en-IN" sz="4400" dirty="0"/>
              <a:t> ¿ £</a:t>
            </a:r>
            <a:r>
              <a:rPr lang="en-IN" sz="4400" dirty="0" err="1"/>
              <a:t>k§fºÓL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0302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97AD-8965-E9A6-5041-B2C0071C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2B3BC6-1E71-DA81-EC33-2A699DA277F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A52E0-7704-52EE-D95F-B74DA5C87A1C}"/>
              </a:ext>
            </a:extLst>
          </p:cNvPr>
          <p:cNvSpPr txBox="1"/>
          <p:nvPr/>
        </p:nvSpPr>
        <p:spPr>
          <a:xfrm>
            <a:off x="0" y="537053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JÚYôNW</a:t>
            </a:r>
            <a:r>
              <a:rPr lang="en-IN" dirty="0"/>
              <a:t> Ø`^</a:t>
            </a:r>
            <a:r>
              <a:rPr lang="en-IN" dirty="0" err="1"/>
              <a:t>ôVlúTôs</a:t>
            </a:r>
            <a:r>
              <a:rPr lang="en-IN" dirty="0"/>
              <a:t> ©XôjúRô³uú\ </a:t>
            </a:r>
            <a:r>
              <a:rPr lang="en-IN" dirty="0" err="1"/>
              <a:t>A¬úL</a:t>
            </a:r>
            <a:r>
              <a:rPr lang="en-IN" dirty="0"/>
              <a:t> </a:t>
            </a:r>
          </a:p>
          <a:p>
            <a:r>
              <a:rPr lang="en-IN" dirty="0" err="1"/>
              <a:t>TWú</a:t>
            </a:r>
            <a:r>
              <a:rPr lang="en-IN" dirty="0"/>
              <a:t>]Ñ </a:t>
            </a:r>
            <a:r>
              <a:rPr lang="en-IN" dirty="0" err="1"/>
              <a:t>JW_múTôp</a:t>
            </a:r>
            <a:r>
              <a:rPr lang="en-IN" dirty="0"/>
              <a:t> ¨</a:t>
            </a:r>
            <a:r>
              <a:rPr lang="en-IN" dirty="0" err="1"/>
              <a:t>kS¨X</a:t>
            </a:r>
            <a:r>
              <a:rPr lang="en-IN" dirty="0"/>
              <a:t> ¿ £</a:t>
            </a:r>
            <a:r>
              <a:rPr lang="en-IN" dirty="0" err="1"/>
              <a:t>k§fºÓL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70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B191-E447-1E58-F73C-EF9A32AB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1082E9-A24E-D9D8-013F-A2C94A40038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48BB8-7C21-B807-60CC-7F3CE3714E37}"/>
              </a:ext>
            </a:extLst>
          </p:cNvPr>
          <p:cNvSpPr txBox="1"/>
          <p:nvPr/>
        </p:nvSpPr>
        <p:spPr>
          <a:xfrm>
            <a:off x="0" y="5370536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200" dirty="0" err="1"/>
              <a:t>TWú</a:t>
            </a:r>
            <a:r>
              <a:rPr lang="en-IN" sz="4200" dirty="0"/>
              <a:t>] Rs° T\</a:t>
            </a:r>
            <a:r>
              <a:rPr lang="en-IN" sz="4200" dirty="0" err="1"/>
              <a:t>gO</a:t>
            </a:r>
            <a:r>
              <a:rPr lang="en-IN" sz="4200" dirty="0"/>
              <a:t> </a:t>
            </a:r>
            <a:r>
              <a:rPr lang="en-IN" sz="4200" dirty="0" err="1"/>
              <a:t>Tjú</a:t>
            </a:r>
            <a:r>
              <a:rPr lang="en-IN" sz="4200" dirty="0"/>
              <a:t>\</a:t>
            </a:r>
            <a:r>
              <a:rPr lang="en-IN" sz="4200" dirty="0" err="1"/>
              <a:t>ôv</a:t>
            </a:r>
            <a:r>
              <a:rPr lang="en-IN" sz="4200" dirty="0"/>
              <a:t> </a:t>
            </a:r>
            <a:r>
              <a:rPr lang="en-IN" sz="4200" dirty="0" err="1"/>
              <a:t>A§Wô®úX</a:t>
            </a:r>
            <a:r>
              <a:rPr lang="en-IN" sz="4200" dirty="0"/>
              <a:t> </a:t>
            </a:r>
            <a:r>
              <a:rPr lang="en-IN" sz="4200" dirty="0" err="1"/>
              <a:t>NUúV</a:t>
            </a:r>
            <a:r>
              <a:rPr lang="en-IN" sz="4200" dirty="0"/>
              <a:t> </a:t>
            </a:r>
          </a:p>
          <a:p>
            <a:r>
              <a:rPr lang="en-IN" sz="4200" dirty="0" err="1"/>
              <a:t>ùTÚjRÕdLm</a:t>
            </a:r>
            <a:r>
              <a:rPr lang="en-IN" sz="4200" dirty="0"/>
              <a:t> ¨\</a:t>
            </a:r>
            <a:r>
              <a:rPr lang="en-IN" sz="4200" dirty="0" err="1"/>
              <a:t>gÒ</a:t>
            </a:r>
            <a:r>
              <a:rPr lang="en-IN" sz="4200" dirty="0"/>
              <a:t> ×\j§\</a:t>
            </a:r>
            <a:r>
              <a:rPr lang="en-IN" sz="4200" dirty="0" err="1"/>
              <a:t>e¢l</a:t>
            </a:r>
            <a:r>
              <a:rPr lang="en-IN" sz="4200" dirty="0"/>
              <a:t> </a:t>
            </a:r>
            <a:r>
              <a:rPr lang="en-IN" sz="4200" dirty="0" err="1"/>
              <a:t>ùTôh¥dLWgÒ</a:t>
            </a:r>
            <a:endParaRPr lang="en-IN" sz="4200" dirty="0"/>
          </a:p>
        </p:txBody>
      </p:sp>
    </p:spTree>
    <p:extLst>
      <p:ext uri="{BB962C8B-B14F-4D97-AF65-F5344CB8AC3E}">
        <p14:creationId xmlns:p14="http://schemas.microsoft.com/office/powerpoint/2010/main" val="313303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CDEF-2445-4315-053D-9837E20C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9A58FA-17E3-7ADA-83F7-A988D14E5B6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1D1C9-BF3B-C37C-2885-C8C6A2254A74}"/>
              </a:ext>
            </a:extLst>
          </p:cNvPr>
          <p:cNvSpPr txBox="1"/>
          <p:nvPr/>
        </p:nvSpPr>
        <p:spPr>
          <a:xfrm>
            <a:off x="-1" y="5377726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200" dirty="0"/>
              <a:t>U±V </a:t>
            </a:r>
            <a:r>
              <a:rPr lang="en-IN" sz="4200" dirty="0" err="1"/>
              <a:t>A§Wô®úXÑùYdLôQôg¤hÓs</a:t>
            </a:r>
            <a:r>
              <a:rPr lang="en-IN" sz="4200" dirty="0"/>
              <a:t>[m </a:t>
            </a:r>
            <a:r>
              <a:rPr lang="en-IN" sz="4200" dirty="0" err="1"/>
              <a:t>RLokÖ</a:t>
            </a:r>
            <a:r>
              <a:rPr lang="en-IN" sz="4200" dirty="0"/>
              <a:t> </a:t>
            </a:r>
          </a:p>
          <a:p>
            <a:r>
              <a:rPr lang="en-IN" sz="4200" dirty="0" err="1"/>
              <a:t>LWÙkSùRkÕÕpVvú</a:t>
            </a:r>
            <a:r>
              <a:rPr lang="en-IN" sz="4200" dirty="0"/>
              <a:t>]</a:t>
            </a:r>
            <a:r>
              <a:rPr lang="en-IN" sz="4200" dirty="0" err="1"/>
              <a:t>LmU</a:t>
            </a:r>
            <a:r>
              <a:rPr lang="en-IN" sz="4200" dirty="0"/>
              <a:t>]</a:t>
            </a:r>
            <a:r>
              <a:rPr lang="en-IN" sz="4200" dirty="0" err="1"/>
              <a:t>úU</a:t>
            </a:r>
            <a:r>
              <a:rPr lang="en-IN" sz="4200" dirty="0"/>
              <a:t> ¨]</a:t>
            </a:r>
            <a:r>
              <a:rPr lang="en-IN" sz="4200" dirty="0" err="1"/>
              <a:t>dLÕ</a:t>
            </a:r>
            <a:r>
              <a:rPr lang="en-IN" sz="4200" dirty="0"/>
              <a:t> </a:t>
            </a:r>
            <a:r>
              <a:rPr lang="en-IN" sz="4200" dirty="0" err="1"/>
              <a:t>EiúPô</a:t>
            </a:r>
            <a:endParaRPr lang="en-IN" sz="4200" dirty="0"/>
          </a:p>
        </p:txBody>
      </p:sp>
    </p:spTree>
    <p:extLst>
      <p:ext uri="{BB962C8B-B14F-4D97-AF65-F5344CB8AC3E}">
        <p14:creationId xmlns:p14="http://schemas.microsoft.com/office/powerpoint/2010/main" val="2687449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1484</TotalTime>
  <Words>210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2026-02-01T10:30:59Z</dcterms:modified>
</cp:coreProperties>
</file>
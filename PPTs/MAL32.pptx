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5" r:id="rId4"/>
    <p:sldId id="392" r:id="rId5"/>
    <p:sldId id="393" r:id="rId6"/>
    <p:sldId id="394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41A94-A4D3-9C36-FE9E-E68563839ED3}"/>
              </a:ext>
            </a:extLst>
          </p:cNvPr>
          <p:cNvSpPr txBox="1"/>
          <p:nvPr/>
        </p:nvSpPr>
        <p:spPr>
          <a:xfrm>
            <a:off x="-1" y="538901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Gi¦ Gi¦ </a:t>
            </a:r>
            <a:r>
              <a:rPr lang="en-IN" dirty="0" err="1"/>
              <a:t>vÕ§dÏYôu</a:t>
            </a:r>
            <a:r>
              <a:rPr lang="en-IN" dirty="0"/>
              <a:t> </a:t>
            </a:r>
          </a:p>
          <a:p>
            <a:r>
              <a:rPr lang="en-IN" dirty="0" err="1"/>
              <a:t>GiQ</a:t>
            </a:r>
            <a:r>
              <a:rPr lang="en-IN" dirty="0"/>
              <a:t> ª</a:t>
            </a:r>
            <a:r>
              <a:rPr lang="en-IN" dirty="0" err="1"/>
              <a:t>pXôjR</a:t>
            </a:r>
            <a:r>
              <a:rPr lang="en-IN" dirty="0"/>
              <a:t> </a:t>
            </a:r>
            <a:r>
              <a:rPr lang="en-IN" dirty="0" err="1"/>
              <a:t>dßTL</a:t>
            </a:r>
            <a:r>
              <a:rPr lang="en-IN" dirty="0"/>
              <a:t>°]</a:t>
            </a:r>
            <a:r>
              <a:rPr lang="en-IN" dirty="0" err="1"/>
              <a:t>ôp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242B6-E26A-49BF-9E3B-6AEDEB50E261}"/>
              </a:ext>
            </a:extLst>
          </p:cNvPr>
          <p:cNvSpPr txBox="1"/>
          <p:nvPr/>
        </p:nvSpPr>
        <p:spPr>
          <a:xfrm>
            <a:off x="0" y="538901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CkSúVô</a:t>
            </a:r>
            <a:r>
              <a:rPr lang="en-IN" dirty="0"/>
              <a:t>[m Ru×_</a:t>
            </a:r>
            <a:r>
              <a:rPr lang="en-IN" dirty="0" err="1"/>
              <a:t>jRôp</a:t>
            </a:r>
            <a:r>
              <a:rPr lang="en-IN" dirty="0"/>
              <a:t> </a:t>
            </a:r>
          </a:p>
          <a:p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Rôe¢V</a:t>
            </a:r>
            <a:r>
              <a:rPr lang="en-IN" dirty="0"/>
              <a:t> </a:t>
            </a:r>
            <a:r>
              <a:rPr lang="en-IN" dirty="0" err="1"/>
              <a:t>SôUúU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BA552-F1FC-BB48-D48A-BE5A3F53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4743FC-0929-57EC-7764-29CDB155AA1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AB5CF-FCED-F551-6576-5A955A465506}"/>
              </a:ext>
            </a:extLst>
          </p:cNvPr>
          <p:cNvSpPr txBox="1"/>
          <p:nvPr/>
        </p:nvSpPr>
        <p:spPr>
          <a:xfrm>
            <a:off x="0" y="53818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s-ES" dirty="0"/>
              <a:t>Eu]m </a:t>
            </a:r>
            <a:r>
              <a:rPr lang="es-ES" dirty="0" err="1"/>
              <a:t>YfN</a:t>
            </a:r>
            <a:r>
              <a:rPr lang="es-ES" dirty="0"/>
              <a:t> </a:t>
            </a:r>
            <a:r>
              <a:rPr lang="es-ES" dirty="0" err="1"/>
              <a:t>ûY</a:t>
            </a:r>
            <a:r>
              <a:rPr lang="es-ES" dirty="0"/>
              <a:t>¬«u </a:t>
            </a:r>
          </a:p>
          <a:p>
            <a:r>
              <a:rPr lang="en-IN" dirty="0" err="1"/>
              <a:t>Li¦uØu©pTR</a:t>
            </a:r>
            <a:r>
              <a:rPr lang="en-IN" dirty="0"/>
              <a:t>\</a:t>
            </a:r>
            <a:r>
              <a:rPr lang="en-IN" dirty="0" err="1"/>
              <a:t>ôúR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628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49B1D-1C1D-4409-7DA9-B52DCADF9618}"/>
              </a:ext>
            </a:extLst>
          </p:cNvPr>
          <p:cNvSpPr txBox="1"/>
          <p:nvPr/>
        </p:nvSpPr>
        <p:spPr>
          <a:xfrm>
            <a:off x="0" y="538901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LiU¦úTôp</a:t>
            </a:r>
            <a:r>
              <a:rPr lang="en-IN" dirty="0"/>
              <a:t> </a:t>
            </a:r>
            <a:r>
              <a:rPr lang="en-IN" dirty="0" err="1"/>
              <a:t>LôdÏm</a:t>
            </a:r>
            <a:r>
              <a:rPr lang="en-IN" dirty="0"/>
              <a:t> </a:t>
            </a:r>
            <a:r>
              <a:rPr lang="en-IN" dirty="0" err="1"/>
              <a:t>LWeL°p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uú</a:t>
            </a:r>
            <a:r>
              <a:rPr lang="en-IN" dirty="0"/>
              <a:t>] ê¥ </a:t>
            </a:r>
            <a:r>
              <a:rPr lang="en-IN" dirty="0" err="1"/>
              <a:t>Uû</a:t>
            </a:r>
            <a:r>
              <a:rPr lang="en-IN" dirty="0"/>
              <a:t>\</a:t>
            </a:r>
            <a:r>
              <a:rPr lang="en-IN" dirty="0" err="1"/>
              <a:t>f£púX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8CDBB-2F68-EC76-4967-86565EF1B69D}"/>
              </a:ext>
            </a:extLst>
          </p:cNvPr>
          <p:cNvSpPr txBox="1"/>
          <p:nvPr/>
        </p:nvSpPr>
        <p:spPr>
          <a:xfrm>
            <a:off x="-1" y="53818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úVôoRôu</a:t>
            </a:r>
            <a:r>
              <a:rPr lang="en-IN" dirty="0"/>
              <a:t> </a:t>
            </a:r>
            <a:r>
              <a:rPr lang="en-IN" dirty="0" err="1"/>
              <a:t>LXe</a:t>
            </a:r>
            <a:r>
              <a:rPr lang="en-IN" dirty="0"/>
              <a:t>¡ </a:t>
            </a:r>
            <a:r>
              <a:rPr lang="en-IN" dirty="0" err="1"/>
              <a:t>U±Ùm</a:t>
            </a:r>
            <a:r>
              <a:rPr lang="en-IN" dirty="0"/>
              <a:t> </a:t>
            </a:r>
          </a:p>
          <a:p>
            <a:r>
              <a:rPr lang="en-IN" dirty="0"/>
              <a:t>Ë®R </a:t>
            </a:r>
            <a:r>
              <a:rPr lang="en-IN" dirty="0" err="1"/>
              <a:t>TôWeMs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CAD20-4929-A04F-AED0-A7A8AAD1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84961E-B525-F293-4734-A66D697D1B4B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1DABD-F5AD-D076-8870-B8C9F2BF2ABE}"/>
              </a:ext>
            </a:extLst>
          </p:cNvPr>
          <p:cNvSpPr txBox="1"/>
          <p:nvPr/>
        </p:nvSpPr>
        <p:spPr>
          <a:xfrm>
            <a:off x="0" y="537773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H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Vô®u</a:t>
            </a:r>
            <a:r>
              <a:rPr lang="en-IN" dirty="0"/>
              <a:t> ×</a:t>
            </a:r>
            <a:r>
              <a:rPr lang="en-IN" dirty="0" err="1"/>
              <a:t>RlùT®úP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uú</a:t>
            </a:r>
            <a:r>
              <a:rPr lang="en-IN" dirty="0"/>
              <a:t>\ ®</a:t>
            </a:r>
            <a:r>
              <a:rPr lang="en-IN" dirty="0" err="1"/>
              <a:t>vYôN</a:t>
            </a:r>
            <a:r>
              <a:rPr lang="en-IN" dirty="0"/>
              <a:t> </a:t>
            </a:r>
            <a:r>
              <a:rPr lang="en-IN" dirty="0" err="1"/>
              <a:t>úNôRû</a:t>
            </a:r>
            <a:r>
              <a:rPr lang="en-IN" dirty="0"/>
              <a:t>]«p</a:t>
            </a:r>
          </a:p>
        </p:txBody>
      </p:sp>
    </p:spTree>
    <p:extLst>
      <p:ext uri="{BB962C8B-B14F-4D97-AF65-F5344CB8AC3E}">
        <p14:creationId xmlns:p14="http://schemas.microsoft.com/office/powerpoint/2010/main" val="678262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74B2-D142-8BB4-62F8-3C1BC5F8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BC4A00-D986-9260-6DCB-B8FEEACCE3E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849DB-5BE1-EADF-23C5-B44F903A426C}"/>
              </a:ext>
            </a:extLst>
          </p:cNvPr>
          <p:cNvSpPr txBox="1"/>
          <p:nvPr/>
        </p:nvSpPr>
        <p:spPr>
          <a:xfrm>
            <a:off x="-1" y="53736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¨]</a:t>
            </a:r>
            <a:r>
              <a:rPr lang="en-IN" dirty="0" err="1"/>
              <a:t>dùL§Wôn</a:t>
            </a:r>
            <a:r>
              <a:rPr lang="en-IN" dirty="0"/>
              <a:t> </a:t>
            </a:r>
            <a:r>
              <a:rPr lang="en-IN" dirty="0" err="1"/>
              <a:t>YÚm</a:t>
            </a:r>
            <a:r>
              <a:rPr lang="en-IN" dirty="0"/>
              <a:t> </a:t>
            </a:r>
          </a:p>
          <a:p>
            <a:r>
              <a:rPr lang="en-IN" dirty="0" err="1"/>
              <a:t>BÙRm</a:t>
            </a:r>
            <a:r>
              <a:rPr lang="en-IN" dirty="0"/>
              <a:t> </a:t>
            </a:r>
            <a:r>
              <a:rPr lang="en-IN" dirty="0" err="1"/>
              <a:t>T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dûL</a:t>
            </a:r>
            <a:r>
              <a:rPr lang="en-IN" dirty="0"/>
              <a:t> «</a:t>
            </a:r>
            <a:r>
              <a:rPr lang="en-IN" dirty="0" err="1"/>
              <a:t>pXô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9106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46886-E5B7-BD77-3231-A2D82800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F30DAB-D6D5-0A95-2478-56D4E62ACD1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DE4EAE-CDBD-1337-592A-D0AFAA094AE0}"/>
              </a:ext>
            </a:extLst>
          </p:cNvPr>
          <p:cNvSpPr txBox="1"/>
          <p:nvPr/>
        </p:nvSpPr>
        <p:spPr>
          <a:xfrm>
            <a:off x="-1" y="538901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¨</a:t>
            </a:r>
            <a:r>
              <a:rPr lang="en-IN" dirty="0" err="1"/>
              <a:t>uú</a:t>
            </a:r>
            <a:r>
              <a:rPr lang="en-IN" dirty="0"/>
              <a:t>]</a:t>
            </a:r>
            <a:r>
              <a:rPr lang="en-IN" dirty="0" err="1"/>
              <a:t>ÙûPVYu</a:t>
            </a:r>
            <a:r>
              <a:rPr lang="en-IN" dirty="0"/>
              <a:t> ¨u]</a:t>
            </a:r>
            <a:r>
              <a:rPr lang="en-IN" dirty="0" err="1"/>
              <a:t>YLô^m</a:t>
            </a:r>
            <a:r>
              <a:rPr lang="en-IN" dirty="0"/>
              <a:t> </a:t>
            </a:r>
          </a:p>
          <a:p>
            <a:r>
              <a:rPr lang="en-IN" dirty="0" err="1"/>
              <a:t>Ruú</a:t>
            </a:r>
            <a:r>
              <a:rPr lang="en-IN" dirty="0"/>
              <a:t>\ </a:t>
            </a:r>
            <a:r>
              <a:rPr lang="en-IN" dirty="0" err="1"/>
              <a:t>RôN¬u</a:t>
            </a:r>
            <a:r>
              <a:rPr lang="en-IN" dirty="0"/>
              <a:t>¿§</a:t>
            </a:r>
            <a:r>
              <a:rPr lang="en-IN" dirty="0" err="1"/>
              <a:t>VYu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293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1529</TotalTime>
  <Words>106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2026-03-07T08:47:47Z</dcterms:modified>
</cp:coreProperties>
</file>
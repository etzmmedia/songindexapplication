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4" r:id="rId5"/>
    <p:sldId id="396" r:id="rId6"/>
    <p:sldId id="398" r:id="rId7"/>
    <p:sldId id="39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delSld modSld">
      <pc:chgData name="ETZC Media" userId="05f0189a5894c19d" providerId="LiveId" clId="{74A74B86-AB48-4D11-ACCF-EA0EDB4FDC3C}" dt="2026-02-01T10:27:03.358" v="47" actId="47"/>
      <pc:docMkLst>
        <pc:docMk/>
      </pc:docMkLst>
      <pc:sldChg chg="modSp mod">
        <pc:chgData name="ETZC Media" userId="05f0189a5894c19d" providerId="LiveId" clId="{74A74B86-AB48-4D11-ACCF-EA0EDB4FDC3C}" dt="2026-02-01T10:25:00.953" v="10" actId="20577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01T10:25:00.953" v="10" actId="20577"/>
          <ac:spMkLst>
            <pc:docMk/>
            <pc:sldMk cId="1414681237" sldId="392"/>
            <ac:spMk id="3" creationId="{C03F4B35-DCB4-AD28-4BDB-29C95A5582EE}"/>
          </ac:spMkLst>
        </pc:spChg>
      </pc:sldChg>
      <pc:sldChg chg="delSp modSp del mod">
        <pc:chgData name="ETZC Media" userId="05f0189a5894c19d" providerId="LiveId" clId="{74A74B86-AB48-4D11-ACCF-EA0EDB4FDC3C}" dt="2026-02-01T10:25:06.637" v="11" actId="47"/>
        <pc:sldMkLst>
          <pc:docMk/>
          <pc:sldMk cId="4103851070" sldId="393"/>
        </pc:sldMkLst>
        <pc:spChg chg="del mod">
          <ac:chgData name="ETZC Media" userId="05f0189a5894c19d" providerId="LiveId" clId="{74A74B86-AB48-4D11-ACCF-EA0EDB4FDC3C}" dt="2026-02-01T10:24:41.612" v="3"/>
          <ac:spMkLst>
            <pc:docMk/>
            <pc:sldMk cId="4103851070" sldId="393"/>
            <ac:spMk id="3" creationId="{53D49551-C116-A9B6-FBF7-5754BB66E6D5}"/>
          </ac:spMkLst>
        </pc:spChg>
      </pc:sldChg>
      <pc:sldChg chg="modSp mod">
        <pc:chgData name="ETZC Media" userId="05f0189a5894c19d" providerId="LiveId" clId="{74A74B86-AB48-4D11-ACCF-EA0EDB4FDC3C}" dt="2026-02-01T10:26:12.414" v="28" actId="255"/>
        <pc:sldMkLst>
          <pc:docMk/>
          <pc:sldMk cId="3033116975" sldId="394"/>
        </pc:sldMkLst>
        <pc:spChg chg="mod">
          <ac:chgData name="ETZC Media" userId="05f0189a5894c19d" providerId="LiveId" clId="{74A74B86-AB48-4D11-ACCF-EA0EDB4FDC3C}" dt="2026-02-01T10:26:12.414" v="28" actId="255"/>
          <ac:spMkLst>
            <pc:docMk/>
            <pc:sldMk cId="3033116975" sldId="394"/>
            <ac:spMk id="3" creationId="{830D8658-D0D7-C73F-8125-5F324D3C55EC}"/>
          </ac:spMkLst>
        </pc:spChg>
      </pc:sldChg>
      <pc:sldChg chg="delSp modSp del mod">
        <pc:chgData name="ETZC Media" userId="05f0189a5894c19d" providerId="LiveId" clId="{74A74B86-AB48-4D11-ACCF-EA0EDB4FDC3C}" dt="2026-02-01T10:26:17.130" v="29" actId="47"/>
        <pc:sldMkLst>
          <pc:docMk/>
          <pc:sldMk cId="1050197483" sldId="395"/>
        </pc:sldMkLst>
        <pc:spChg chg="del mod">
          <ac:chgData name="ETZC Media" userId="05f0189a5894c19d" providerId="LiveId" clId="{74A74B86-AB48-4D11-ACCF-EA0EDB4FDC3C}" dt="2026-02-01T10:25:37.744" v="18"/>
          <ac:spMkLst>
            <pc:docMk/>
            <pc:sldMk cId="1050197483" sldId="395"/>
            <ac:spMk id="3" creationId="{52C82047-5A0B-4605-6035-27D9877C374B}"/>
          </ac:spMkLst>
        </pc:spChg>
      </pc:sldChg>
      <pc:sldChg chg="modSp mod">
        <pc:chgData name="ETZC Media" userId="05f0189a5894c19d" providerId="LiveId" clId="{74A74B86-AB48-4D11-ACCF-EA0EDB4FDC3C}" dt="2026-02-01T10:26:59.708" v="46" actId="1036"/>
        <pc:sldMkLst>
          <pc:docMk/>
          <pc:sldMk cId="121401662" sldId="396"/>
        </pc:sldMkLst>
        <pc:spChg chg="mod">
          <ac:chgData name="ETZC Media" userId="05f0189a5894c19d" providerId="LiveId" clId="{74A74B86-AB48-4D11-ACCF-EA0EDB4FDC3C}" dt="2026-02-01T10:26:59.708" v="46" actId="1036"/>
          <ac:spMkLst>
            <pc:docMk/>
            <pc:sldMk cId="121401662" sldId="396"/>
            <ac:spMk id="3" creationId="{BEEB9844-C76B-2497-4D6F-7BE81954C042}"/>
          </ac:spMkLst>
        </pc:spChg>
      </pc:sldChg>
      <pc:sldChg chg="delSp modSp del mod">
        <pc:chgData name="ETZC Media" userId="05f0189a5894c19d" providerId="LiveId" clId="{74A74B86-AB48-4D11-ACCF-EA0EDB4FDC3C}" dt="2026-02-01T10:27:03.358" v="47" actId="47"/>
        <pc:sldMkLst>
          <pc:docMk/>
          <pc:sldMk cId="2205506673" sldId="397"/>
        </pc:sldMkLst>
        <pc:spChg chg="del mod">
          <ac:chgData name="ETZC Media" userId="05f0189a5894c19d" providerId="LiveId" clId="{74A74B86-AB48-4D11-ACCF-EA0EDB4FDC3C}" dt="2026-02-01T10:26:30.908" v="34"/>
          <ac:spMkLst>
            <pc:docMk/>
            <pc:sldMk cId="2205506673" sldId="397"/>
            <ac:spMk id="3" creationId="{70B0C962-7DB2-2962-40E1-1A7845ECC0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E23B9-45EC-3D9D-873C-F20A109F270B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dirty="0"/>
              <a:t>Aàd¡WLj§u A§T§úV </a:t>
            </a:r>
          </a:p>
          <a:p>
            <a:r>
              <a:rPr lang="en-IN" dirty="0"/>
              <a:t>B]</a:t>
            </a:r>
            <a:r>
              <a:rPr lang="en-IN" dirty="0" err="1"/>
              <a:t>kR</a:t>
            </a:r>
            <a:r>
              <a:rPr lang="en-IN" dirty="0"/>
              <a:t> ¡</a:t>
            </a:r>
            <a:r>
              <a:rPr lang="en-IN" dirty="0" err="1"/>
              <a:t>ßTô</a:t>
            </a:r>
            <a:r>
              <a:rPr lang="en-IN" dirty="0"/>
              <a:t> </a:t>
            </a:r>
            <a:r>
              <a:rPr lang="en-IN" dirty="0" err="1"/>
              <a:t>ùTÚm</a:t>
            </a:r>
            <a:r>
              <a:rPr lang="en-IN" dirty="0"/>
              <a:t> </a:t>
            </a:r>
            <a:r>
              <a:rPr lang="en-IN" dirty="0" err="1"/>
              <a:t>S§úV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07712-AD3B-6B1E-D224-ED6024AD89CF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dirty="0"/>
              <a:t>Aà§]m ¨u TRm L§úV </a:t>
            </a:r>
          </a:p>
          <a:p>
            <a:r>
              <a:rPr lang="en-IN" dirty="0" err="1"/>
              <a:t>A¥Vôà</a:t>
            </a:r>
            <a:r>
              <a:rPr lang="en-IN" dirty="0"/>
              <a:t> ¨u ¡</a:t>
            </a:r>
            <a:r>
              <a:rPr lang="en-IN" dirty="0" err="1"/>
              <a:t>ßT</a:t>
            </a:r>
            <a:r>
              <a:rPr lang="en-IN" dirty="0"/>
              <a:t> </a:t>
            </a:r>
            <a:r>
              <a:rPr lang="en-IN" dirty="0" err="1"/>
              <a:t>U§úV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F4B35-DCB4-AD28-4BDB-29C95A5582EE}"/>
              </a:ext>
            </a:extLst>
          </p:cNvPr>
          <p:cNvSpPr txBox="1"/>
          <p:nvPr/>
        </p:nvSpPr>
        <p:spPr>
          <a:xfrm>
            <a:off x="0" y="53736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Yu ®]Ls </a:t>
            </a:r>
            <a:r>
              <a:rPr lang="en-IN" dirty="0" err="1"/>
              <a:t>Yk¨Ó¡p</a:t>
            </a:r>
            <a:r>
              <a:rPr lang="en-IN" dirty="0"/>
              <a:t> </a:t>
            </a:r>
            <a:r>
              <a:rPr lang="en-IN" dirty="0" err="1"/>
              <a:t>YXÙL«pX</a:t>
            </a:r>
            <a:r>
              <a:rPr lang="en-IN" dirty="0"/>
              <a:t> </a:t>
            </a:r>
            <a:r>
              <a:rPr lang="en-IN" dirty="0" err="1"/>
              <a:t>ùVu¡ßRVm</a:t>
            </a:r>
            <a:endParaRPr lang="en-IN" dirty="0"/>
          </a:p>
          <a:p>
            <a:r>
              <a:rPr lang="en-IN" dirty="0" err="1"/>
              <a:t>YpXYu</a:t>
            </a:r>
            <a:r>
              <a:rPr lang="en-IN" dirty="0"/>
              <a:t> ¿ </a:t>
            </a:r>
            <a:r>
              <a:rPr lang="en-IN" dirty="0" err="1"/>
              <a:t>ùVu</a:t>
            </a:r>
            <a:r>
              <a:rPr lang="en-IN" dirty="0"/>
              <a:t>]</a:t>
            </a:r>
            <a:r>
              <a:rPr lang="en-IN" dirty="0" err="1"/>
              <a:t>TVm</a:t>
            </a:r>
            <a:r>
              <a:rPr lang="en-IN" dirty="0"/>
              <a:t> </a:t>
            </a:r>
            <a:r>
              <a:rPr lang="en-IN" dirty="0" err="1"/>
              <a:t>Yk¨ÓúUô</a:t>
            </a:r>
            <a:r>
              <a:rPr lang="en-IN" dirty="0"/>
              <a:t> ©</a:t>
            </a:r>
            <a:r>
              <a:rPr lang="en-IN" dirty="0" err="1"/>
              <a:t>uù</a:t>
            </a:r>
            <a:r>
              <a:rPr lang="en-IN" dirty="0"/>
              <a:t>] </a:t>
            </a:r>
            <a:r>
              <a:rPr lang="en-IN" dirty="0" err="1"/>
              <a:t>TVm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2ED2-9884-27C6-40E4-7A012455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8FC55F-007F-BD51-17BD-1E3C91D125A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8658-D0D7-C73F-8125-5F324D3C55EC}"/>
              </a:ext>
            </a:extLst>
          </p:cNvPr>
          <p:cNvSpPr txBox="1"/>
          <p:nvPr/>
        </p:nvSpPr>
        <p:spPr>
          <a:xfrm>
            <a:off x="0" y="5370536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 err="1"/>
              <a:t>Ruà«ùW</a:t>
            </a:r>
            <a:r>
              <a:rPr lang="en-IN" sz="4000" dirty="0"/>
              <a:t> </a:t>
            </a:r>
            <a:r>
              <a:rPr lang="en-IN" sz="4000" dirty="0" err="1"/>
              <a:t>Tô®LhLôn</a:t>
            </a:r>
            <a:r>
              <a:rPr lang="en-IN" sz="4000" dirty="0"/>
              <a:t> </a:t>
            </a:r>
            <a:r>
              <a:rPr lang="en-IN" sz="4000" dirty="0" err="1"/>
              <a:t>RkSY</a:t>
            </a:r>
            <a:r>
              <a:rPr lang="en-IN" sz="4000" dirty="0"/>
              <a:t>]</a:t>
            </a:r>
            <a:r>
              <a:rPr lang="en-IN" sz="4000" dirty="0" err="1"/>
              <a:t>ôm</a:t>
            </a:r>
            <a:r>
              <a:rPr lang="en-IN" sz="4000" dirty="0"/>
              <a:t> ¿ C²Ùm</a:t>
            </a:r>
          </a:p>
          <a:p>
            <a:r>
              <a:rPr lang="en-IN" sz="4000" dirty="0" err="1"/>
              <a:t>Rs°ÓúUô</a:t>
            </a:r>
            <a:r>
              <a:rPr lang="en-IN" sz="4000" dirty="0"/>
              <a:t> </a:t>
            </a:r>
            <a:r>
              <a:rPr lang="en-IN" sz="4000" dirty="0" err="1"/>
              <a:t>HùZùVuú</a:t>
            </a:r>
            <a:r>
              <a:rPr lang="en-IN" sz="4000" dirty="0"/>
              <a:t>] ¾ÚúUô ¨u </a:t>
            </a:r>
            <a:r>
              <a:rPr lang="en-IN" sz="4000" dirty="0" err="1"/>
              <a:t>vú</a:t>
            </a:r>
            <a:r>
              <a:rPr lang="en-IN" sz="4000" dirty="0"/>
              <a:t>]LùUu²p</a:t>
            </a:r>
          </a:p>
        </p:txBody>
      </p:sp>
    </p:spTree>
    <p:extLst>
      <p:ext uri="{BB962C8B-B14F-4D97-AF65-F5344CB8AC3E}">
        <p14:creationId xmlns:p14="http://schemas.microsoft.com/office/powerpoint/2010/main" val="303311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EE8AF-0EF9-C1E5-E3A5-BD726977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E59337-AB4D-CFC8-066E-2D7224E062D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B9844-C76B-2497-4D6F-7BE81954C042}"/>
              </a:ext>
            </a:extLst>
          </p:cNvPr>
          <p:cNvSpPr txBox="1"/>
          <p:nvPr/>
        </p:nvSpPr>
        <p:spPr>
          <a:xfrm>
            <a:off x="0" y="5370538"/>
            <a:ext cx="12192000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100" dirty="0"/>
              <a:t>§Ú </a:t>
            </a:r>
            <a:r>
              <a:rPr lang="en-IN" sz="4100" dirty="0" err="1"/>
              <a:t>LWeMs</a:t>
            </a:r>
            <a:r>
              <a:rPr lang="en-IN" sz="4100" dirty="0"/>
              <a:t> </a:t>
            </a:r>
            <a:r>
              <a:rPr lang="en-IN" sz="4100" dirty="0" err="1"/>
              <a:t>RÚk</a:t>
            </a:r>
            <a:r>
              <a:rPr lang="en-IN" sz="4100" dirty="0"/>
              <a:t>\ </a:t>
            </a:r>
            <a:r>
              <a:rPr lang="en-IN" sz="4100" dirty="0" err="1"/>
              <a:t>SpX</a:t>
            </a:r>
            <a:r>
              <a:rPr lang="en-IN" sz="4100" dirty="0"/>
              <a:t> £</a:t>
            </a:r>
            <a:r>
              <a:rPr lang="en-IN" sz="4100" dirty="0" err="1"/>
              <a:t>hûN«p</a:t>
            </a:r>
            <a:r>
              <a:rPr lang="en-IN" sz="4100" dirty="0"/>
              <a:t> </a:t>
            </a:r>
            <a:r>
              <a:rPr lang="en-IN" sz="4100" dirty="0" err="1"/>
              <a:t>Oôu</a:t>
            </a:r>
            <a:r>
              <a:rPr lang="en-IN" sz="4100" dirty="0"/>
              <a:t> </a:t>
            </a:r>
            <a:r>
              <a:rPr lang="en-IN" sz="4100" dirty="0" err="1"/>
              <a:t>TRß¡pXô</a:t>
            </a:r>
            <a:endParaRPr lang="en-IN" sz="4100" dirty="0"/>
          </a:p>
          <a:p>
            <a:r>
              <a:rPr lang="en-IN" sz="4100" dirty="0" err="1"/>
              <a:t>UdLù</a:t>
            </a:r>
            <a:r>
              <a:rPr lang="en-IN" sz="4100" dirty="0"/>
              <a:t>[</a:t>
            </a:r>
            <a:r>
              <a:rPr lang="en-IN" sz="4100" dirty="0" err="1"/>
              <a:t>e¡p</a:t>
            </a:r>
            <a:r>
              <a:rPr lang="en-IN" sz="4100" dirty="0"/>
              <a:t> </a:t>
            </a:r>
            <a:r>
              <a:rPr lang="en-IN" sz="4100" dirty="0" err="1"/>
              <a:t>NôN</a:t>
            </a:r>
            <a:r>
              <a:rPr lang="en-IN" sz="4100" dirty="0"/>
              <a:t>]</a:t>
            </a:r>
            <a:r>
              <a:rPr lang="en-IN" sz="4100" dirty="0" err="1"/>
              <a:t>eMs</a:t>
            </a:r>
            <a:r>
              <a:rPr lang="en-IN" sz="4100" dirty="0"/>
              <a:t> </a:t>
            </a:r>
            <a:r>
              <a:rPr lang="en-IN" sz="4100" dirty="0" err="1"/>
              <a:t>vú</a:t>
            </a:r>
            <a:r>
              <a:rPr lang="en-IN" sz="4100" dirty="0"/>
              <a:t>]</a:t>
            </a:r>
            <a:r>
              <a:rPr lang="en-IN" sz="4100" dirty="0" err="1"/>
              <a:t>Lj§u</a:t>
            </a:r>
            <a:r>
              <a:rPr lang="en-IN" sz="4100" dirty="0"/>
              <a:t> l\</a:t>
            </a:r>
            <a:r>
              <a:rPr lang="en-IN" sz="4100" dirty="0" err="1"/>
              <a:t>LôN</a:t>
            </a:r>
            <a:r>
              <a:rPr lang="en-IN" sz="4100" dirty="0"/>
              <a:t>]</a:t>
            </a:r>
            <a:r>
              <a:rPr lang="en-IN" sz="4100" dirty="0" err="1"/>
              <a:t>eMs</a:t>
            </a:r>
            <a:r>
              <a:rPr lang="en-IN" sz="4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40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130A-D808-3F5F-418E-8055D5A6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251BCA-CC26-5836-D12F-C0A178283CB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BC26B-129C-1F64-1EAB-978E46B63096}"/>
              </a:ext>
            </a:extLst>
          </p:cNvPr>
          <p:cNvSpPr txBox="1"/>
          <p:nvPr/>
        </p:nvSpPr>
        <p:spPr>
          <a:xfrm>
            <a:off x="0" y="53736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Tô¬PUôm</a:t>
            </a:r>
            <a:r>
              <a:rPr lang="en-IN" dirty="0"/>
              <a:t> </a:t>
            </a:r>
            <a:r>
              <a:rPr lang="en-IN" dirty="0" err="1"/>
              <a:t>TôrUQ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p</a:t>
            </a:r>
            <a:r>
              <a:rPr lang="en-IN" dirty="0"/>
              <a:t> </a:t>
            </a:r>
          </a:p>
          <a:p>
            <a:r>
              <a:rPr lang="pl-PL" dirty="0"/>
              <a:t>Tôoj§Óm Oôu ¨u RZ</a:t>
            </a:r>
            <a:r>
              <a:rPr lang="en-US" dirty="0" err="1">
                <a:latin typeface="Tamil Bible" pitchFamily="2" charset="0"/>
              </a:rPr>
              <a:t>yp</a:t>
            </a:r>
            <a:r>
              <a:rPr lang="pl-PL" dirty="0"/>
              <a:t>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7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10B6-FA31-C92C-C50E-B1226A97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6FDB6-1D34-2CC4-12AF-EE322238960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3C3DD-66A7-767F-CF80-6BF34A767AE5}"/>
              </a:ext>
            </a:extLst>
          </p:cNvPr>
          <p:cNvSpPr txBox="1"/>
          <p:nvPr/>
        </p:nvSpPr>
        <p:spPr>
          <a:xfrm>
            <a:off x="0" y="53777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UWQ §]m YÚU[</a:t>
            </a:r>
            <a:r>
              <a:rPr lang="en-IN" dirty="0" err="1"/>
              <a:t>Üm</a:t>
            </a:r>
            <a:r>
              <a:rPr lang="en-IN" dirty="0"/>
              <a:t> </a:t>
            </a:r>
          </a:p>
          <a:p>
            <a:r>
              <a:rPr lang="pl-PL" dirty="0"/>
              <a:t>U\g¤Óm Oôu ¨u Uô±Pj§p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8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</TotalTime>
  <Words>151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2026-02-01T10:27:29Z</dcterms:modified>
</cp:coreProperties>
</file>
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undo custSel modSld">
      <pc:chgData name="ETZC Media" userId="05f0189a5894c19d" providerId="LiveId" clId="{74A74B86-AB48-4D11-ACCF-EA0EDB4FDC3C}" dt="2026-02-01T10:24:08.747" v="28" actId="20577"/>
      <pc:docMkLst>
        <pc:docMk/>
      </pc:docMkLst>
      <pc:sldChg chg="modSp mod">
        <pc:chgData name="ETZC Media" userId="05f0189a5894c19d" providerId="LiveId" clId="{74A74B86-AB48-4D11-ACCF-EA0EDB4FDC3C}" dt="2026-02-01T10:21:36.760" v="1" actId="20577"/>
        <pc:sldMkLst>
          <pc:docMk/>
          <pc:sldMk cId="944968354" sldId="391"/>
        </pc:sldMkLst>
        <pc:spChg chg="mod">
          <ac:chgData name="ETZC Media" userId="05f0189a5894c19d" providerId="LiveId" clId="{74A74B86-AB48-4D11-ACCF-EA0EDB4FDC3C}" dt="2026-02-01T10:21:36.760" v="1" actId="20577"/>
          <ac:spMkLst>
            <pc:docMk/>
            <pc:sldMk cId="944968354" sldId="391"/>
            <ac:spMk id="3" creationId="{4EB3F320-228E-1A11-5A18-F13A797076EC}"/>
          </ac:spMkLst>
        </pc:spChg>
      </pc:sldChg>
      <pc:sldChg chg="modSp mod">
        <pc:chgData name="ETZC Media" userId="05f0189a5894c19d" providerId="LiveId" clId="{74A74B86-AB48-4D11-ACCF-EA0EDB4FDC3C}" dt="2026-02-01T10:22:19.561" v="14" actId="20577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2-01T10:22:19.561" v="14" actId="20577"/>
          <ac:spMkLst>
            <pc:docMk/>
            <pc:sldMk cId="1414681237" sldId="392"/>
            <ac:spMk id="3" creationId="{D6B07257-FBE9-49C0-E9C0-466D6DA262F6}"/>
          </ac:spMkLst>
        </pc:spChg>
      </pc:sldChg>
      <pc:sldChg chg="addSp delSp modSp mod">
        <pc:chgData name="ETZC Media" userId="05f0189a5894c19d" providerId="LiveId" clId="{74A74B86-AB48-4D11-ACCF-EA0EDB4FDC3C}" dt="2026-02-01T10:22:25.365" v="16" actId="21"/>
        <pc:sldMkLst>
          <pc:docMk/>
          <pc:sldMk cId="4103851070" sldId="393"/>
        </pc:sldMkLst>
        <pc:spChg chg="add del mod">
          <ac:chgData name="ETZC Media" userId="05f0189a5894c19d" providerId="LiveId" clId="{74A74B86-AB48-4D11-ACCF-EA0EDB4FDC3C}" dt="2026-02-01T10:22:25.365" v="16" actId="21"/>
          <ac:spMkLst>
            <pc:docMk/>
            <pc:sldMk cId="4103851070" sldId="393"/>
            <ac:spMk id="3" creationId="{9ACE681A-41AF-91E1-9965-DB28FC5148A0}"/>
          </ac:spMkLst>
        </pc:spChg>
      </pc:sldChg>
      <pc:sldChg chg="modSp mod">
        <pc:chgData name="ETZC Media" userId="05f0189a5894c19d" providerId="LiveId" clId="{74A74B86-AB48-4D11-ACCF-EA0EDB4FDC3C}" dt="2026-02-01T10:22:55.947" v="17" actId="20577"/>
        <pc:sldMkLst>
          <pc:docMk/>
          <pc:sldMk cId="2521546114" sldId="395"/>
        </pc:sldMkLst>
        <pc:spChg chg="mod">
          <ac:chgData name="ETZC Media" userId="05f0189a5894c19d" providerId="LiveId" clId="{74A74B86-AB48-4D11-ACCF-EA0EDB4FDC3C}" dt="2026-02-01T10:22:55.947" v="17" actId="20577"/>
          <ac:spMkLst>
            <pc:docMk/>
            <pc:sldMk cId="2521546114" sldId="395"/>
            <ac:spMk id="3" creationId="{7187FE78-CFD1-C780-68ED-35324D455BF1}"/>
          </ac:spMkLst>
        </pc:spChg>
      </pc:sldChg>
      <pc:sldChg chg="modSp mod">
        <pc:chgData name="ETZC Media" userId="05f0189a5894c19d" providerId="LiveId" clId="{74A74B86-AB48-4D11-ACCF-EA0EDB4FDC3C}" dt="2026-02-01T10:23:30.085" v="22" actId="2711"/>
        <pc:sldMkLst>
          <pc:docMk/>
          <pc:sldMk cId="1335784101" sldId="397"/>
        </pc:sldMkLst>
        <pc:spChg chg="mod">
          <ac:chgData name="ETZC Media" userId="05f0189a5894c19d" providerId="LiveId" clId="{74A74B86-AB48-4D11-ACCF-EA0EDB4FDC3C}" dt="2026-02-01T10:23:30.085" v="22" actId="2711"/>
          <ac:spMkLst>
            <pc:docMk/>
            <pc:sldMk cId="1335784101" sldId="397"/>
            <ac:spMk id="3" creationId="{7EA37989-9DCC-74C0-8C00-93BEC1BEB978}"/>
          </ac:spMkLst>
        </pc:spChg>
      </pc:sldChg>
      <pc:sldChg chg="modSp mod">
        <pc:chgData name="ETZC Media" userId="05f0189a5894c19d" providerId="LiveId" clId="{74A74B86-AB48-4D11-ACCF-EA0EDB4FDC3C}" dt="2026-02-01T10:23:49.341" v="23" actId="20577"/>
        <pc:sldMkLst>
          <pc:docMk/>
          <pc:sldMk cId="2121216384" sldId="399"/>
        </pc:sldMkLst>
        <pc:spChg chg="mod">
          <ac:chgData name="ETZC Media" userId="05f0189a5894c19d" providerId="LiveId" clId="{74A74B86-AB48-4D11-ACCF-EA0EDB4FDC3C}" dt="2026-02-01T10:23:49.341" v="23" actId="20577"/>
          <ac:spMkLst>
            <pc:docMk/>
            <pc:sldMk cId="2121216384" sldId="399"/>
            <ac:spMk id="3" creationId="{899766AE-2D98-DC3D-2EFB-51A83F0E71A5}"/>
          </ac:spMkLst>
        </pc:spChg>
      </pc:sldChg>
      <pc:sldChg chg="modSp mod">
        <pc:chgData name="ETZC Media" userId="05f0189a5894c19d" providerId="LiveId" clId="{74A74B86-AB48-4D11-ACCF-EA0EDB4FDC3C}" dt="2026-02-01T10:24:08.747" v="28" actId="20577"/>
        <pc:sldMkLst>
          <pc:docMk/>
          <pc:sldMk cId="1404165924" sldId="401"/>
        </pc:sldMkLst>
        <pc:spChg chg="mod">
          <ac:chgData name="ETZC Media" userId="05f0189a5894c19d" providerId="LiveId" clId="{74A74B86-AB48-4D11-ACCF-EA0EDB4FDC3C}" dt="2026-02-01T10:24:08.747" v="28" actId="20577"/>
          <ac:spMkLst>
            <pc:docMk/>
            <pc:sldMk cId="1404165924" sldId="401"/>
            <ac:spMk id="3" creationId="{193085A0-C325-E79E-47AB-04834954BD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1F31E-2A09-0823-2AC5-8421717F8748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AP® RÚdL°²ûP«p </a:t>
            </a:r>
          </a:p>
          <a:p>
            <a:r>
              <a:rPr lang="en-IN" dirty="0"/>
              <a:t>JÚ </a:t>
            </a:r>
            <a:r>
              <a:rPr lang="en-IN" dirty="0" err="1"/>
              <a:t>SôWLm</a:t>
            </a:r>
            <a:r>
              <a:rPr lang="en-IN" dirty="0"/>
              <a:t> </a:t>
            </a:r>
            <a:r>
              <a:rPr lang="en-IN" dirty="0" err="1"/>
              <a:t>GkR</a:t>
            </a:r>
            <a:r>
              <a:rPr lang="en-IN" dirty="0"/>
              <a:t> </a:t>
            </a:r>
            <a:r>
              <a:rPr lang="en-IN" dirty="0" err="1"/>
              <a:t>YiQm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3F320-228E-1A11-5A18-F13A797076EC}"/>
              </a:ext>
            </a:extLst>
          </p:cNvPr>
          <p:cNvSpPr txBox="1"/>
          <p:nvPr/>
        </p:nvSpPr>
        <p:spPr>
          <a:xfrm>
            <a:off x="0" y="537772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dirty="0"/>
              <a:t>®ÑjR¬u SÓ®p LôÔkúSõ </a:t>
            </a:r>
          </a:p>
          <a:p>
            <a:r>
              <a:rPr lang="pt-BR" dirty="0"/>
              <a:t>A§ vú\xP]ôm CúVÑ®ú]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07257-FBE9-49C0-E9C0-466D6DA262F6}"/>
              </a:ext>
            </a:extLst>
          </p:cNvPr>
          <p:cNvSpPr txBox="1"/>
          <p:nvPr/>
        </p:nvSpPr>
        <p:spPr>
          <a:xfrm>
            <a:off x="-1" y="5377725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YôrjÕúU</a:t>
            </a:r>
            <a:r>
              <a:rPr lang="en-IN" dirty="0"/>
              <a:t> </a:t>
            </a:r>
            <a:r>
              <a:rPr lang="en-IN" dirty="0" err="1"/>
              <a:t>Guú</a:t>
            </a:r>
            <a:r>
              <a:rPr lang="en-IN" dirty="0"/>
              <a:t>\</a:t>
            </a:r>
            <a:r>
              <a:rPr lang="en-IN" dirty="0" err="1"/>
              <a:t>lÈVú</a:t>
            </a:r>
            <a:r>
              <a:rPr lang="en-IN" dirty="0"/>
              <a:t>] </a:t>
            </a:r>
          </a:p>
          <a:p>
            <a:r>
              <a:rPr lang="en-IN" dirty="0" err="1"/>
              <a:t>ËYLôXùUpXôm</a:t>
            </a:r>
            <a:r>
              <a:rPr lang="en-IN" dirty="0"/>
              <a:t> DUÚ </a:t>
            </a:r>
            <a:r>
              <a:rPr lang="en-IN" dirty="0" err="1"/>
              <a:t>Vôj</a:t>
            </a:r>
            <a:r>
              <a:rPr lang="en-IN" dirty="0"/>
              <a:t>\«p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E681A-41AF-91E1-9965-DB28FC5148A0}"/>
              </a:ext>
            </a:extLst>
          </p:cNvPr>
          <p:cNvSpPr txBox="1"/>
          <p:nvPr/>
        </p:nvSpPr>
        <p:spPr>
          <a:xfrm>
            <a:off x="0" y="5742004"/>
            <a:ext cx="12192000" cy="76944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Sk¨úVôúP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  <a:r>
              <a:rPr lang="en-IN" dirty="0" err="1"/>
              <a:t>Tô¥ÓúU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3D56-727F-116E-016B-5FADA967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6989FC-F16E-40BF-6C03-AA6F2492840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A76D9-62E4-39BC-963A-047B68E1F994}"/>
              </a:ext>
            </a:extLst>
          </p:cNvPr>
          <p:cNvSpPr txBox="1"/>
          <p:nvPr/>
        </p:nvSpPr>
        <p:spPr>
          <a:xfrm>
            <a:off x="-1" y="537053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T²¿o ×</a:t>
            </a:r>
            <a:r>
              <a:rPr lang="en-IN" dirty="0" err="1"/>
              <a:t>xTm</a:t>
            </a:r>
            <a:r>
              <a:rPr lang="en-IN" dirty="0"/>
              <a:t> NôúWô²XYu </a:t>
            </a:r>
          </a:p>
          <a:p>
            <a:r>
              <a:rPr lang="en-IN" dirty="0" err="1"/>
              <a:t>RôUWÙúU</a:t>
            </a:r>
            <a:r>
              <a:rPr lang="en-IN" dirty="0"/>
              <a:t> </a:t>
            </a:r>
            <a:r>
              <a:rPr lang="en-IN" dirty="0" err="1"/>
              <a:t>RôrYûW«p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3359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EBAF-2A8F-A4CA-52F1-9B08260C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524BE7-2B83-A7EE-B520-689D27C74DF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7FE78-CFD1-C780-68ED-35324D455BF1}"/>
              </a:ext>
            </a:extLst>
          </p:cNvPr>
          <p:cNvSpPr txBox="1"/>
          <p:nvPr/>
        </p:nvSpPr>
        <p:spPr>
          <a:xfrm>
            <a:off x="-1" y="5377723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®</a:t>
            </a:r>
            <a:r>
              <a:rPr lang="en-IN" dirty="0" err="1"/>
              <a:t>ÑjR¬p</a:t>
            </a:r>
            <a:r>
              <a:rPr lang="en-IN" dirty="0"/>
              <a:t> A§®</a:t>
            </a:r>
            <a:r>
              <a:rPr lang="en-IN" dirty="0" err="1"/>
              <a:t>ÑjR</a:t>
            </a:r>
            <a:r>
              <a:rPr lang="en-IN" dirty="0"/>
              <a:t>]Yu </a:t>
            </a:r>
          </a:p>
          <a:p>
            <a:r>
              <a:rPr lang="en-IN" dirty="0" err="1"/>
              <a:t>Uô</a:t>
            </a:r>
            <a:r>
              <a:rPr lang="en-IN" dirty="0"/>
              <a:t> </a:t>
            </a:r>
            <a:r>
              <a:rPr lang="en-IN" dirty="0" err="1"/>
              <a:t>ùN</a:t>
            </a:r>
            <a:r>
              <a:rPr lang="en-IN" dirty="0"/>
              <a:t>[</a:t>
            </a:r>
            <a:r>
              <a:rPr lang="en-IN" dirty="0" err="1"/>
              <a:t>kR¬V</a:t>
            </a:r>
            <a:r>
              <a:rPr lang="en-IN" dirty="0"/>
              <a:t> </a:t>
            </a:r>
            <a:r>
              <a:rPr lang="en-IN" dirty="0" err="1"/>
              <a:t>NméoQú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52154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09FA8-8688-15EB-9EC7-1110CA45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FDB38C-12F2-F01B-A3AA-54088F3D149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F779E-4AF9-507B-E573-4DE88F2281CB}"/>
              </a:ext>
            </a:extLst>
          </p:cNvPr>
          <p:cNvSpPr txBox="1"/>
          <p:nvPr/>
        </p:nvSpPr>
        <p:spPr>
          <a:xfrm>
            <a:off x="0" y="537053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TLokR</a:t>
            </a:r>
            <a:r>
              <a:rPr lang="en-IN" dirty="0"/>
              <a:t> </a:t>
            </a:r>
            <a:r>
              <a:rPr lang="en-IN" dirty="0" err="1"/>
              <a:t>ûRXmúTôp</a:t>
            </a:r>
            <a:r>
              <a:rPr lang="en-IN" dirty="0"/>
              <a:t> ¨u </a:t>
            </a:r>
            <a:r>
              <a:rPr lang="en-IN" dirty="0" err="1"/>
              <a:t>SôUm</a:t>
            </a:r>
            <a:r>
              <a:rPr lang="en-IN" dirty="0"/>
              <a:t> </a:t>
            </a:r>
          </a:p>
          <a:p>
            <a:r>
              <a:rPr lang="en-IN" dirty="0" err="1"/>
              <a:t>Tô¬p</a:t>
            </a:r>
            <a:r>
              <a:rPr lang="en-IN" dirty="0"/>
              <a:t> </a:t>
            </a:r>
            <a:r>
              <a:rPr lang="en-IN" dirty="0" err="1"/>
              <a:t>ùN</a:t>
            </a:r>
            <a:r>
              <a:rPr lang="en-IN" dirty="0"/>
              <a:t>[</a:t>
            </a:r>
            <a:r>
              <a:rPr lang="en-IN" dirty="0" err="1"/>
              <a:t>Wl©Vm</a:t>
            </a:r>
            <a:r>
              <a:rPr lang="en-IN" dirty="0"/>
              <a:t> </a:t>
            </a:r>
            <a:r>
              <a:rPr lang="en-IN" dirty="0" err="1"/>
              <a:t>ÅÑkSRôp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166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6D5F5-EDB4-60A4-CE65-50880C7F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BD47551-D691-300C-2D59-C4CF31BCEC8D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37989-9DCC-74C0-8C00-93BEC1BEB978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T¯ ç</a:t>
            </a:r>
            <a:r>
              <a:rPr lang="en-US" dirty="0">
                <a:latin typeface="Tamil Bible" pitchFamily="2" charset="0"/>
              </a:rPr>
              <a:t>\p</a:t>
            </a:r>
            <a:r>
              <a:rPr lang="el-GR" dirty="0"/>
              <a:t> ¨</a:t>
            </a:r>
            <a:r>
              <a:rPr lang="en-IN" dirty="0" err="1"/>
              <a:t>kS</a:t>
            </a:r>
            <a:r>
              <a:rPr lang="en-IN" dirty="0"/>
              <a:t> </a:t>
            </a:r>
            <a:r>
              <a:rPr lang="en-IN" dirty="0" err="1"/>
              <a:t>ùSÚdLeL°p</a:t>
            </a:r>
            <a:r>
              <a:rPr lang="en-IN" dirty="0"/>
              <a:t> </a:t>
            </a:r>
          </a:p>
          <a:p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ÑLkSUôn</a:t>
            </a:r>
            <a:r>
              <a:rPr lang="en-IN" dirty="0"/>
              <a:t> </a:t>
            </a:r>
            <a:r>
              <a:rPr lang="en-IN" dirty="0" err="1"/>
              <a:t>Uôt±PúQ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784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BE92-AB5E-200C-F5F7-738E31832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E0C577-7874-896A-7229-4B9E20A6F2EA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F49DE-03C1-5EB0-D777-47A11CAE0D82}"/>
              </a:ext>
            </a:extLst>
          </p:cNvPr>
          <p:cNvSpPr txBox="1"/>
          <p:nvPr/>
        </p:nvSpPr>
        <p:spPr>
          <a:xfrm>
            <a:off x="0" y="53736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U] ¡</a:t>
            </a:r>
            <a:r>
              <a:rPr lang="en-IN" dirty="0" err="1"/>
              <a:t>úXN</a:t>
            </a:r>
            <a:r>
              <a:rPr lang="en-IN" dirty="0"/>
              <a:t> </a:t>
            </a:r>
            <a:r>
              <a:rPr lang="en-IN" dirty="0" err="1"/>
              <a:t>RWeMeM</a:t>
            </a:r>
            <a:r>
              <a:rPr lang="en-IN" dirty="0"/>
              <a:t>[</a:t>
            </a:r>
            <a:r>
              <a:rPr lang="en-IN" dirty="0" err="1"/>
              <a:t>ôp</a:t>
            </a:r>
            <a:r>
              <a:rPr lang="en-IN" dirty="0"/>
              <a:t> </a:t>
            </a:r>
          </a:p>
          <a:p>
            <a:r>
              <a:rPr lang="en-IN" dirty="0" err="1"/>
              <a:t>ÕdL</a:t>
            </a:r>
            <a:r>
              <a:rPr lang="en-IN" dirty="0"/>
              <a:t> </a:t>
            </a:r>
            <a:r>
              <a:rPr lang="en-IN" dirty="0" err="1"/>
              <a:t>NôLWj§p</a:t>
            </a:r>
            <a:r>
              <a:rPr lang="en-IN" dirty="0"/>
              <a:t> </a:t>
            </a:r>
            <a:r>
              <a:rPr lang="en-IN" dirty="0" err="1"/>
              <a:t>ØeÐmúTôs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824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F1881-7229-558B-6408-0493FBB7D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1F1BD5-8EBB-467F-D5E7-8881702C085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766AE-2D98-DC3D-2EFB-51A83F0E71A5}"/>
              </a:ext>
            </a:extLst>
          </p:cNvPr>
          <p:cNvSpPr txBox="1"/>
          <p:nvPr/>
        </p:nvSpPr>
        <p:spPr>
          <a:xfrm>
            <a:off x="-1" y="5377723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§</a:t>
            </a:r>
            <a:r>
              <a:rPr lang="en-IN" dirty="0" err="1"/>
              <a:t>ÚdLWm</a:t>
            </a:r>
            <a:r>
              <a:rPr lang="en-IN" dirty="0"/>
              <a:t> ¿h¥ </a:t>
            </a:r>
            <a:r>
              <a:rPr lang="en-IN" dirty="0" err="1"/>
              <a:t>GÓjRQfÑ</a:t>
            </a:r>
            <a:r>
              <a:rPr lang="en-IN" dirty="0"/>
              <a:t> </a:t>
            </a:r>
          </a:p>
          <a:p>
            <a:r>
              <a:rPr lang="en-IN" dirty="0" err="1"/>
              <a:t>TVlTúPiPô</a:t>
            </a:r>
            <a:r>
              <a:rPr lang="en-IN" dirty="0"/>
              <a:t>@@ </a:t>
            </a:r>
            <a:r>
              <a:rPr lang="en-IN" dirty="0" err="1"/>
              <a:t>GußWfNYú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21216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C832-81C2-312E-C8FC-4BC1191DF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0A3FF0-1595-02C0-0C74-080D6A7D25C7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BB49CD-B1B8-2598-051A-906798D021E9}"/>
              </a:ext>
            </a:extLst>
          </p:cNvPr>
          <p:cNvSpPr txBox="1"/>
          <p:nvPr/>
        </p:nvSpPr>
        <p:spPr>
          <a:xfrm>
            <a:off x="-1" y="53736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§</a:t>
            </a:r>
            <a:r>
              <a:rPr lang="en-IN" dirty="0" err="1"/>
              <a:t>Ú¶Rm</a:t>
            </a:r>
            <a:r>
              <a:rPr lang="en-IN" dirty="0"/>
              <a:t> </a:t>
            </a:r>
            <a:r>
              <a:rPr lang="en-IN" dirty="0" err="1"/>
              <a:t>Cúa</a:t>
            </a:r>
            <a:r>
              <a:rPr lang="en-IN" dirty="0"/>
              <a:t> §</a:t>
            </a:r>
            <a:r>
              <a:rPr lang="en-IN" dirty="0" err="1"/>
              <a:t>Lf£ÓYôu</a:t>
            </a:r>
            <a:r>
              <a:rPr lang="en-IN" dirty="0"/>
              <a:t> </a:t>
            </a:r>
          </a:p>
          <a:p>
            <a:r>
              <a:rPr lang="en-IN" dirty="0" err="1"/>
              <a:t>CúRô</a:t>
            </a:r>
            <a:r>
              <a:rPr lang="en-IN" dirty="0"/>
              <a:t> </a:t>
            </a:r>
            <a:r>
              <a:rPr lang="en-IN" dirty="0" err="1"/>
              <a:t>Sôu</a:t>
            </a:r>
            <a:r>
              <a:rPr lang="en-IN" dirty="0"/>
              <a:t> </a:t>
            </a:r>
            <a:r>
              <a:rPr lang="en-IN" dirty="0" err="1"/>
              <a:t>ClúTôs</a:t>
            </a:r>
            <a:r>
              <a:rPr lang="en-IN" dirty="0"/>
              <a:t> </a:t>
            </a:r>
            <a:r>
              <a:rPr lang="en-IN" dirty="0" err="1"/>
              <a:t>Yk¨ÓkúS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4336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9A91F-13CC-63F6-0D0D-CBD6881C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6C57B7-992E-8EE8-C457-92766A35A79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085A0-C325-E79E-47AB-04834954BD59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Guú</a:t>
            </a:r>
            <a:r>
              <a:rPr lang="en-IN" dirty="0"/>
              <a:t>\ </a:t>
            </a:r>
            <a:r>
              <a:rPr lang="en-IN" dirty="0" err="1"/>
              <a:t>úYXúV</a:t>
            </a:r>
            <a:r>
              <a:rPr lang="en-IN" dirty="0"/>
              <a:t> §</a:t>
            </a:r>
            <a:r>
              <a:rPr lang="en-IN" dirty="0" err="1"/>
              <a:t>LfÑ</a:t>
            </a:r>
            <a:r>
              <a:rPr lang="en-IN" dirty="0"/>
              <a:t> </a:t>
            </a:r>
            <a:r>
              <a:rPr lang="en-IN" dirty="0" err="1"/>
              <a:t>ùLôiÓ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uú</a:t>
            </a:r>
            <a:r>
              <a:rPr lang="en-IN" dirty="0"/>
              <a:t>\ </a:t>
            </a:r>
            <a:r>
              <a:rPr lang="en-IN" dirty="0" err="1"/>
              <a:t>Øu©p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¨</a:t>
            </a:r>
            <a:r>
              <a:rPr lang="en-IN" dirty="0" err="1"/>
              <a:t>k¨ÓYôu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165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</TotalTime>
  <Words>158</Words>
  <Application>Microsoft Office PowerPoint</Application>
  <PresentationFormat>Widescreen</PresentationFormat>
  <Paragraphs>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2026-02-01T10:24:13Z</dcterms:modified>
</cp:coreProperties>
</file>
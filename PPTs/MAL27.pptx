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90" r:id="rId2"/>
    <p:sldId id="391" r:id="rId3"/>
    <p:sldId id="392" r:id="rId4"/>
    <p:sldId id="393" r:id="rId5"/>
    <p:sldId id="394" r:id="rId6"/>
    <p:sldId id="395" r:id="rId7"/>
    <p:sldId id="396" r:id="rId8"/>
    <p:sldId id="39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159" autoAdjust="0"/>
    <p:restoredTop sz="94660"/>
  </p:normalViewPr>
  <p:slideViewPr>
    <p:cSldViewPr snapToGrid="0">
      <p:cViewPr varScale="1">
        <p:scale>
          <a:sx n="85" d="100"/>
          <a:sy n="85" d="100"/>
        </p:scale>
        <p:origin x="21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TZC Media" userId="05f0189a5894c19d" providerId="LiveId" clId="{74A74B86-AB48-4D11-ACCF-EA0EDB4FDC3C}"/>
    <pc:docChg chg="modSld">
      <pc:chgData name="ETZC Media" userId="05f0189a5894c19d" providerId="LiveId" clId="{74A74B86-AB48-4D11-ACCF-EA0EDB4FDC3C}" dt="2026-03-15T01:35:17.851" v="5" actId="1035"/>
      <pc:docMkLst>
        <pc:docMk/>
      </pc:docMkLst>
      <pc:sldChg chg="modSp mod">
        <pc:chgData name="ETZC Media" userId="05f0189a5894c19d" providerId="LiveId" clId="{74A74B86-AB48-4D11-ACCF-EA0EDB4FDC3C}" dt="2026-03-15T01:34:58.394" v="1" actId="1036"/>
        <pc:sldMkLst>
          <pc:docMk/>
          <pc:sldMk cId="3116588322" sldId="396"/>
        </pc:sldMkLst>
        <pc:spChg chg="mod">
          <ac:chgData name="ETZC Media" userId="05f0189a5894c19d" providerId="LiveId" clId="{74A74B86-AB48-4D11-ACCF-EA0EDB4FDC3C}" dt="2026-03-15T01:34:58.394" v="1" actId="1036"/>
          <ac:spMkLst>
            <pc:docMk/>
            <pc:sldMk cId="3116588322" sldId="396"/>
            <ac:spMk id="3" creationId="{BE05A3A4-A144-116B-8787-B1E339318CB1}"/>
          </ac:spMkLst>
        </pc:spChg>
      </pc:sldChg>
      <pc:sldChg chg="modSp mod">
        <pc:chgData name="ETZC Media" userId="05f0189a5894c19d" providerId="LiveId" clId="{74A74B86-AB48-4D11-ACCF-EA0EDB4FDC3C}" dt="2026-03-15T01:35:17.851" v="5" actId="1035"/>
        <pc:sldMkLst>
          <pc:docMk/>
          <pc:sldMk cId="2597046840" sldId="397"/>
        </pc:sldMkLst>
        <pc:spChg chg="mod">
          <ac:chgData name="ETZC Media" userId="05f0189a5894c19d" providerId="LiveId" clId="{74A74B86-AB48-4D11-ACCF-EA0EDB4FDC3C}" dt="2026-03-15T01:35:17.851" v="5" actId="1035"/>
          <ac:spMkLst>
            <pc:docMk/>
            <pc:sldMk cId="2597046840" sldId="397"/>
            <ac:spMk id="3" creationId="{8FD61093-4943-F6AE-8F01-203653035F5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C3A11-E23C-4C91-9DAA-A7DB6AAC3D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9B5FFF-93D6-4781-9A9A-E77BFC633F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AAF2BD-5705-4D68-A5C3-FBDF01E19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15-03-2026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234289-4247-4A68-84EA-EC9C2AEA2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495B14-B1A5-4B06-999C-C4619E537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7037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70075-6DF3-4D25-9E98-8EACF14B5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2316E2-57C7-4969-A937-83683E6C30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7D9A98-C774-4FBA-9E43-97B358F7C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15-03-2026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36B057-DC36-4DB4-9F9E-5DC9B4972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B40CEF-5B50-4D62-BC0D-17F262FE5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3630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6881E-2714-461B-835E-11CD8C500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94D953-F5C7-4907-A6A2-7471E14A42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E893CD-3379-413B-83AE-6DB29B488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15-03-2026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0ABBE6-9798-474F-9DC9-5D7748434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3A9AA-F217-4F8B-8C0B-E5B701396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71254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30405-2FFA-489F-A091-516DF2485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0E5996-7684-47DE-BDE3-20C0C8B60C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31D4D6-8CA6-4E29-B0A2-5A5430279F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E2E4EB-CDF8-4388-977A-A23A1939A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15-03-2026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E91F11-4457-44F1-9D0B-4A80867F9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70009C-156A-4A7B-A8DC-F6F2F51F6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9015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07BB3-03A9-4EE7-AD64-AA7399955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4D1E44-1CDC-449D-A89A-152A9065ED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81E435-41B5-41EA-A7D5-785856073A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13068B-395C-41F3-A20A-42C2988BB5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B5C03A-FC37-4724-94D3-FF914040BE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3A4CF3-0126-489D-9468-3ACE023F0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15-03-2026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95F04B-70AE-4706-816F-C8683A39C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4D49BD-F5FC-46FB-BADC-70206F6F3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5100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22DF4-5229-4F19-A3B1-B880B8321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D13378-9289-4C36-A428-FEEA740E0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15-03-2026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EA3F8A-5715-4096-8B09-8571E71D8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49E9A8-FE2A-48C4-B526-9F7335E4B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7084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AF0D03-7706-4581-97C1-2E207305F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15-03-2026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F9B19E-0D30-4EFF-A3C7-C96D5C712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E27EFB-7046-405C-A504-222E2576E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2782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91C1B-F111-40C4-BB5A-B74F26EA8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226E-20DC-41CA-82F0-B69271F15F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CF6660-841C-4122-B5A6-7EABEEFDEC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695D9D-C89E-4F16-A4B4-5AFAF8BF3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15-03-2026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D250DC-F2F2-406D-AF30-4DE903C90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D4A2D2-6822-432B-90F4-C3F53E78F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585739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37C8F-DFB1-47D0-8E5D-FAE5A70C7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2508E8-6278-4956-AB06-2A8E531543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C2D61B-9E44-40C8-B2E0-C367DC8603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6A4578-BFD2-4435-8311-EACF16FDF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15-03-2026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966CFB-41AA-4778-9006-DD0F50DD4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C40E51-3D05-4164-8CF6-AC9EFF52C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295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41FEB-CA5A-4877-9220-9B3E648EE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2450D2-77FC-4EDB-8F1C-1CC3EF4CE8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8919E6-BAF5-4071-BDB8-629F059E3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15-03-2026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BC5F2A-6BC6-4860-8EA2-FE2818A38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57F6BB-8838-4037-945B-8285D6759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4919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5CB40E-0988-4261-A5D4-A7E976BB5B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19ED98-8EEA-4753-A678-3844E29679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4BDA5-045A-447B-842F-2D8D60840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15-03-2026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3BA941-A2D6-42CD-868F-819E4ED6C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6A5C88-663A-4A01-A873-281DEC627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9215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01418D-3656-4BD6-9DCD-94B00899F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52415B-FAA0-4266-9239-A964B3E96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5BFE41-C246-42A8-BA06-A34E77CF45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B236BB-53DE-4462-8C4F-7698E6995948}" type="datetimeFigureOut">
              <a:rPr lang="en-IN" smtClean="0"/>
              <a:t>15-03-2026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648419-4B2D-42AB-A087-12306EDEE1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4D8839-BF83-4F9B-B3F0-62E69B3ACC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61830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BDB258-58CC-44AE-80BE-DB2ADED7CF9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A90AF0-CED8-874A-CCE6-90DE441EE1B8}"/>
              </a:ext>
            </a:extLst>
          </p:cNvPr>
          <p:cNvSpPr txBox="1"/>
          <p:nvPr/>
        </p:nvSpPr>
        <p:spPr>
          <a:xfrm>
            <a:off x="-1" y="5377728"/>
            <a:ext cx="12191999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áÓ®húPôÓ®p</a:t>
            </a:r>
            <a:r>
              <a:rPr lang="en-IN" dirty="0"/>
              <a:t> </a:t>
            </a:r>
            <a:r>
              <a:rPr lang="en-IN" dirty="0" err="1"/>
              <a:t>Oô</a:t>
            </a:r>
            <a:r>
              <a:rPr lang="en-IN" dirty="0"/>
              <a:t>]ù]u </a:t>
            </a:r>
            <a:r>
              <a:rPr lang="en-IN" dirty="0" err="1"/>
              <a:t>Sôh¥u</a:t>
            </a:r>
            <a:r>
              <a:rPr lang="en-IN" dirty="0"/>
              <a:t> </a:t>
            </a:r>
          </a:p>
          <a:p>
            <a:r>
              <a:rPr lang="en-IN" dirty="0" err="1"/>
              <a:t>Å¥uú</a:t>
            </a:r>
            <a:r>
              <a:rPr lang="en-IN" dirty="0"/>
              <a:t>\ </a:t>
            </a:r>
            <a:r>
              <a:rPr lang="en-IN" dirty="0" err="1"/>
              <a:t>Øu©p</a:t>
            </a:r>
            <a:r>
              <a:rPr lang="en-IN" dirty="0"/>
              <a:t> </a:t>
            </a:r>
            <a:r>
              <a:rPr lang="en-IN" dirty="0" err="1"/>
              <a:t>ùXjÕm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500995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BDB258-58CC-44AE-80BE-DB2ADED7CF9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AB6366-B798-7E7F-AB62-A3F1896B8C79}"/>
              </a:ext>
            </a:extLst>
          </p:cNvPr>
          <p:cNvSpPr txBox="1"/>
          <p:nvPr/>
        </p:nvSpPr>
        <p:spPr>
          <a:xfrm>
            <a:off x="0" y="5377726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Tô¥Óm</a:t>
            </a:r>
            <a:r>
              <a:rPr lang="en-IN" dirty="0"/>
              <a:t> </a:t>
            </a:r>
            <a:r>
              <a:rPr lang="en-IN" dirty="0" err="1"/>
              <a:t>ù_V¸RúU</a:t>
            </a:r>
            <a:r>
              <a:rPr lang="en-IN" dirty="0"/>
              <a:t> </a:t>
            </a:r>
            <a:r>
              <a:rPr lang="en-IN" dirty="0" err="1"/>
              <a:t>Oôu</a:t>
            </a:r>
            <a:r>
              <a:rPr lang="en-IN" dirty="0"/>
              <a:t> </a:t>
            </a:r>
            <a:r>
              <a:rPr lang="en-IN" dirty="0" err="1"/>
              <a:t>TeL</a:t>
            </a:r>
            <a:r>
              <a:rPr lang="en-IN" dirty="0"/>
              <a:t> </a:t>
            </a:r>
          </a:p>
          <a:p>
            <a:r>
              <a:rPr lang="en-IN" dirty="0" err="1"/>
              <a:t>TôÓLs</a:t>
            </a:r>
            <a:r>
              <a:rPr lang="en-IN" dirty="0"/>
              <a:t> </a:t>
            </a:r>
            <a:r>
              <a:rPr lang="en-IN" dirty="0" err="1"/>
              <a:t>Ht</a:t>
            </a:r>
            <a:r>
              <a:rPr lang="en-IN" dirty="0"/>
              <a:t>\Y]</a:t>
            </a:r>
            <a:r>
              <a:rPr lang="en-IN" dirty="0" err="1"/>
              <a:t>ôn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49683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BDB258-58CC-44AE-80BE-DB2ADED7CF9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E63F74-62F3-ADF1-CED6-C0E9C7471D4B}"/>
              </a:ext>
            </a:extLst>
          </p:cNvPr>
          <p:cNvSpPr txBox="1"/>
          <p:nvPr/>
        </p:nvSpPr>
        <p:spPr>
          <a:xfrm>
            <a:off x="0" y="5370538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/>
              <a:t>Et\</a:t>
            </a:r>
            <a:r>
              <a:rPr lang="en-IN" dirty="0" err="1"/>
              <a:t>Yo</a:t>
            </a:r>
            <a:r>
              <a:rPr lang="en-IN" dirty="0"/>
              <a:t> </a:t>
            </a:r>
            <a:r>
              <a:rPr lang="en-IN" dirty="0" err="1"/>
              <a:t>vúS¡Ro</a:t>
            </a:r>
            <a:r>
              <a:rPr lang="en-IN" dirty="0"/>
              <a:t> </a:t>
            </a:r>
            <a:r>
              <a:rPr lang="en-IN" dirty="0" err="1"/>
              <a:t>TxNm</a:t>
            </a:r>
            <a:r>
              <a:rPr lang="en-IN" dirty="0"/>
              <a:t> ©¥</a:t>
            </a:r>
            <a:r>
              <a:rPr lang="en-IN" dirty="0" err="1"/>
              <a:t>fÑ¨pÏm</a:t>
            </a:r>
            <a:r>
              <a:rPr lang="en-IN" dirty="0"/>
              <a:t> </a:t>
            </a:r>
          </a:p>
          <a:p>
            <a:r>
              <a:rPr lang="en-IN" dirty="0" err="1"/>
              <a:t>Øtßm</a:t>
            </a:r>
            <a:r>
              <a:rPr lang="en-IN" dirty="0"/>
              <a:t> ®</a:t>
            </a:r>
            <a:r>
              <a:rPr lang="en-IN" dirty="0" err="1"/>
              <a:t>PdLkùSuú</a:t>
            </a:r>
            <a:r>
              <a:rPr lang="en-IN" dirty="0"/>
              <a:t>] </a:t>
            </a:r>
            <a:r>
              <a:rPr lang="en-IN" dirty="0" err="1"/>
              <a:t>Rs°Óm</a:t>
            </a:r>
            <a:r>
              <a:rPr lang="en-IN" dirty="0"/>
              <a:t> </a:t>
            </a:r>
            <a:r>
              <a:rPr lang="en-IN" dirty="0" err="1"/>
              <a:t>úTôr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146812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BDB258-58CC-44AE-80BE-DB2ADED7CF9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637303-D1D9-1307-0D31-D68F70D7F726}"/>
              </a:ext>
            </a:extLst>
          </p:cNvPr>
          <p:cNvSpPr txBox="1"/>
          <p:nvPr/>
        </p:nvSpPr>
        <p:spPr>
          <a:xfrm>
            <a:off x="-1" y="5377727"/>
            <a:ext cx="12191999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/>
              <a:t>Tt± </a:t>
            </a:r>
            <a:r>
              <a:rPr lang="en-IN" dirty="0" err="1"/>
              <a:t>úNokÕ</a:t>
            </a:r>
            <a:r>
              <a:rPr lang="en-IN" dirty="0"/>
              <a:t> </a:t>
            </a:r>
            <a:r>
              <a:rPr lang="en-IN" dirty="0" err="1"/>
              <a:t>AYu</a:t>
            </a:r>
            <a:r>
              <a:rPr lang="en-IN" dirty="0"/>
              <a:t> ¨</a:t>
            </a:r>
            <a:r>
              <a:rPr lang="en-IN" dirty="0" err="1"/>
              <a:t>pÏúU</a:t>
            </a:r>
            <a:r>
              <a:rPr lang="en-IN" dirty="0"/>
              <a:t> </a:t>
            </a:r>
            <a:r>
              <a:rPr lang="en-IN" dirty="0" err="1"/>
              <a:t>JÓ®ùXu</a:t>
            </a:r>
            <a:r>
              <a:rPr lang="en-IN" dirty="0"/>
              <a:t> </a:t>
            </a:r>
          </a:p>
          <a:p>
            <a:r>
              <a:rPr lang="en-IN" dirty="0" err="1"/>
              <a:t>ThNjÕ</a:t>
            </a:r>
            <a:r>
              <a:rPr lang="en-IN" dirty="0"/>
              <a:t> </a:t>
            </a:r>
            <a:r>
              <a:rPr lang="en-IN" dirty="0" err="1"/>
              <a:t>úNokÓúU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038510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17B38C-0A17-7D81-6A9C-0B1583849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DAF57DE-977F-0E48-8D26-D9F837ED2E4F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B4340C-F0D1-89FE-2579-1AA4BEB37ADA}"/>
              </a:ext>
            </a:extLst>
          </p:cNvPr>
          <p:cNvSpPr txBox="1"/>
          <p:nvPr/>
        </p:nvSpPr>
        <p:spPr>
          <a:xfrm>
            <a:off x="-1" y="5373630"/>
            <a:ext cx="12191999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úXôLm</a:t>
            </a:r>
            <a:r>
              <a:rPr lang="en-IN" dirty="0"/>
              <a:t> G²dÏ </a:t>
            </a:r>
            <a:r>
              <a:rPr lang="en-IN" dirty="0" err="1"/>
              <a:t>úYiPôm</a:t>
            </a:r>
            <a:r>
              <a:rPr lang="en-IN" dirty="0"/>
              <a:t> </a:t>
            </a:r>
          </a:p>
          <a:p>
            <a:r>
              <a:rPr lang="en-IN" dirty="0" err="1"/>
              <a:t>úXôLj§u</a:t>
            </a:r>
            <a:r>
              <a:rPr lang="en-IN" dirty="0"/>
              <a:t> </a:t>
            </a:r>
            <a:r>
              <a:rPr lang="en-IN" dirty="0" err="1"/>
              <a:t>CuTm</a:t>
            </a:r>
            <a:r>
              <a:rPr lang="en-IN" dirty="0"/>
              <a:t> </a:t>
            </a:r>
            <a:r>
              <a:rPr lang="en-IN" dirty="0" err="1"/>
              <a:t>úYiPôm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754877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DA7B0-9F52-FEB9-A121-6DEC4DB35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8B588DE-34B4-14A4-63AA-B066A1F6D354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252EDA-1367-A7A2-6F65-07B1544CF27B}"/>
              </a:ext>
            </a:extLst>
          </p:cNvPr>
          <p:cNvSpPr txBox="1"/>
          <p:nvPr/>
        </p:nvSpPr>
        <p:spPr>
          <a:xfrm>
            <a:off x="-1" y="5374693"/>
            <a:ext cx="12191999" cy="132343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sz="4000" dirty="0" err="1"/>
              <a:t>úTôLÔm</a:t>
            </a:r>
            <a:r>
              <a:rPr lang="en-IN" sz="4000" dirty="0"/>
              <a:t> </a:t>
            </a:r>
            <a:r>
              <a:rPr lang="en-IN" sz="4000" dirty="0" err="1"/>
              <a:t>CúVÑ®u</a:t>
            </a:r>
            <a:r>
              <a:rPr lang="en-IN" sz="4000" dirty="0"/>
              <a:t> </a:t>
            </a:r>
            <a:r>
              <a:rPr lang="en-IN" sz="4000" dirty="0" err="1"/>
              <a:t>TôúR</a:t>
            </a:r>
            <a:r>
              <a:rPr lang="en-IN" sz="4000" dirty="0"/>
              <a:t> </a:t>
            </a:r>
            <a:r>
              <a:rPr lang="en-IN" sz="4000" dirty="0" err="1"/>
              <a:t>úSôd</a:t>
            </a:r>
            <a:r>
              <a:rPr lang="en-IN" sz="4000" dirty="0"/>
              <a:t>¡ </a:t>
            </a:r>
          </a:p>
          <a:p>
            <a:r>
              <a:rPr lang="en-IN" sz="4000" dirty="0" err="1"/>
              <a:t>HÏkÖ</a:t>
            </a:r>
            <a:r>
              <a:rPr lang="en-IN" sz="4000" dirty="0"/>
              <a:t> </a:t>
            </a:r>
            <a:r>
              <a:rPr lang="en-IN" sz="4000" dirty="0" err="1"/>
              <a:t>vUvRÜm</a:t>
            </a:r>
            <a:r>
              <a:rPr lang="en-IN" sz="4000" dirty="0"/>
              <a:t> </a:t>
            </a:r>
            <a:r>
              <a:rPr lang="en-IN" sz="4000" dirty="0" err="1"/>
              <a:t>Oôu</a:t>
            </a:r>
            <a:r>
              <a:rPr lang="en-IN" sz="4000" dirty="0"/>
              <a:t> ù]</a:t>
            </a:r>
            <a:r>
              <a:rPr lang="en-IN" sz="4000" dirty="0" err="1"/>
              <a:t>uú</a:t>
            </a:r>
            <a:r>
              <a:rPr lang="en-IN" sz="4000" dirty="0"/>
              <a:t>\ HL </a:t>
            </a:r>
            <a:r>
              <a:rPr lang="en-IN" sz="4000" dirty="0" err="1"/>
              <a:t>SôRú</a:t>
            </a:r>
            <a:r>
              <a:rPr lang="en-IN" sz="4000" dirty="0"/>
              <a:t>] ¨]</a:t>
            </a:r>
            <a:r>
              <a:rPr lang="en-IN" sz="4000" dirty="0" err="1"/>
              <a:t>dLôn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12223660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29F554-ACA7-4DCF-7D13-DB6AA73F6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EE614DC-D70E-6E38-42D6-216C2D1D0614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05A3A4-A144-116B-8787-B1E339318CB1}"/>
              </a:ext>
            </a:extLst>
          </p:cNvPr>
          <p:cNvSpPr txBox="1"/>
          <p:nvPr/>
        </p:nvSpPr>
        <p:spPr>
          <a:xfrm>
            <a:off x="-1" y="5381880"/>
            <a:ext cx="12191999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0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sz="4400" dirty="0"/>
              <a:t>©\ô </a:t>
            </a:r>
            <a:r>
              <a:rPr lang="en-IN" sz="4400" dirty="0" err="1"/>
              <a:t>Yg£Lm</a:t>
            </a:r>
            <a:r>
              <a:rPr lang="en-IN" sz="4400" dirty="0"/>
              <a:t> </a:t>
            </a:r>
            <a:r>
              <a:rPr lang="en-IN" sz="4400" dirty="0" err="1"/>
              <a:t>Uôßm</a:t>
            </a:r>
            <a:r>
              <a:rPr lang="en-IN" sz="4400" dirty="0"/>
              <a:t> ©\ô ¡±Rm </a:t>
            </a:r>
            <a:r>
              <a:rPr lang="en-IN" sz="4400" dirty="0" err="1"/>
              <a:t>ùUpXôm</a:t>
            </a:r>
            <a:r>
              <a:rPr lang="en-IN" sz="4400" dirty="0"/>
              <a:t> </a:t>
            </a:r>
            <a:r>
              <a:rPr lang="en-IN" sz="4400" dirty="0" err="1"/>
              <a:t>Uôßm</a:t>
            </a:r>
            <a:r>
              <a:rPr lang="en-IN" sz="4400" dirty="0"/>
              <a:t> </a:t>
            </a:r>
          </a:p>
          <a:p>
            <a:r>
              <a:rPr lang="en-IN" sz="4400" dirty="0"/>
              <a:t>©\ô] ©±</a:t>
            </a:r>
            <a:r>
              <a:rPr lang="en-IN" sz="4400" dirty="0" err="1"/>
              <a:t>úVôú</a:t>
            </a:r>
            <a:r>
              <a:rPr lang="en-IN" sz="4400" dirty="0"/>
              <a:t>]</a:t>
            </a:r>
            <a:r>
              <a:rPr lang="en-IN" sz="4400" dirty="0" err="1"/>
              <a:t>ôùPôjÕ</a:t>
            </a:r>
            <a:r>
              <a:rPr lang="en-IN" sz="4400" dirty="0"/>
              <a:t> </a:t>
            </a:r>
            <a:r>
              <a:rPr lang="en-IN" sz="4400" dirty="0" err="1"/>
              <a:t>Yô¦ÓmúTôp</a:t>
            </a:r>
            <a:r>
              <a:rPr lang="en-IN" sz="4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165883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7696B0-22A9-552A-2DED-C334442A2C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07CD757-8D74-DCA0-EA6B-A58D4060F720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D61093-4943-F6AE-8F01-203653035F53}"/>
              </a:ext>
            </a:extLst>
          </p:cNvPr>
          <p:cNvSpPr txBox="1"/>
          <p:nvPr/>
        </p:nvSpPr>
        <p:spPr>
          <a:xfrm>
            <a:off x="0" y="5389015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0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sz="4400" dirty="0"/>
              <a:t>©\</a:t>
            </a:r>
            <a:r>
              <a:rPr lang="en-IN" sz="4400" dirty="0" err="1"/>
              <a:t>ôdLs</a:t>
            </a:r>
            <a:r>
              <a:rPr lang="en-IN" sz="4400" dirty="0"/>
              <a:t> </a:t>
            </a:r>
            <a:r>
              <a:rPr lang="en-IN" sz="4400" dirty="0" err="1"/>
              <a:t>LQdúL</a:t>
            </a:r>
            <a:r>
              <a:rPr lang="en-IN" sz="4400" dirty="0"/>
              <a:t> T\</a:t>
            </a:r>
            <a:r>
              <a:rPr lang="en-IN" sz="4400" dirty="0" err="1"/>
              <a:t>dÏm</a:t>
            </a:r>
            <a:r>
              <a:rPr lang="en-IN" sz="4400" dirty="0"/>
              <a:t> </a:t>
            </a:r>
            <a:r>
              <a:rPr lang="en-IN" sz="4400" dirty="0" err="1"/>
              <a:t>Oôu</a:t>
            </a:r>
            <a:r>
              <a:rPr lang="en-IN" sz="4400" dirty="0"/>
              <a:t> </a:t>
            </a:r>
            <a:r>
              <a:rPr lang="en-IN" sz="4400" dirty="0" err="1"/>
              <a:t>AkÖ</a:t>
            </a:r>
            <a:r>
              <a:rPr lang="en-IN" sz="4400" dirty="0"/>
              <a:t> </a:t>
            </a:r>
          </a:p>
          <a:p>
            <a:r>
              <a:rPr lang="en-IN" sz="4400" dirty="0"/>
              <a:t>©\</a:t>
            </a:r>
            <a:r>
              <a:rPr lang="en-IN" sz="4400" dirty="0" err="1"/>
              <a:t>ô©dÏm</a:t>
            </a:r>
            <a:r>
              <a:rPr lang="en-IN" sz="4400" dirty="0"/>
              <a:t> </a:t>
            </a:r>
            <a:r>
              <a:rPr lang="en-IN" sz="4400" dirty="0" err="1"/>
              <a:t>ìTôk§Wm</a:t>
            </a:r>
            <a:endParaRPr lang="en-IN" sz="4400" dirty="0"/>
          </a:p>
        </p:txBody>
      </p:sp>
    </p:spTree>
    <p:extLst>
      <p:ext uri="{BB962C8B-B14F-4D97-AF65-F5344CB8AC3E}">
        <p14:creationId xmlns:p14="http://schemas.microsoft.com/office/powerpoint/2010/main" val="25970468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1517</TotalTime>
  <Words>131</Words>
  <Application>Microsoft Office PowerPoint</Application>
  <PresentationFormat>Widescreen</PresentationFormat>
  <Paragraphs>16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samson christopher</dc:creator>
  <cp:lastModifiedBy>ETZC Media</cp:lastModifiedBy>
  <cp:revision>61</cp:revision>
  <dcterms:created xsi:type="dcterms:W3CDTF">2019-11-02T16:27:41Z</dcterms:created>
  <dcterms:modified xsi:type="dcterms:W3CDTF">2026-03-15T01:35:20Z</dcterms:modified>
</cp:coreProperties>
</file>
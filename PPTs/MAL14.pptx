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15T00:47:04.817" v="43" actId="1036"/>
      <pc:docMkLst>
        <pc:docMk/>
      </pc:docMkLst>
      <pc:sldChg chg="modSp mod">
        <pc:chgData name="ETZC Media" userId="05f0189a5894c19d" providerId="LiveId" clId="{74A74B86-AB48-4D11-ACCF-EA0EDB4FDC3C}" dt="2026-02-15T00:45:42.803" v="6" actId="1036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15T00:45:42.803" v="6" actId="1036"/>
          <ac:spMkLst>
            <pc:docMk/>
            <pc:sldMk cId="1414681237" sldId="392"/>
            <ac:spMk id="3" creationId="{FB4C03E9-56A6-DB09-DD01-A762A2A72D74}"/>
          </ac:spMkLst>
        </pc:spChg>
      </pc:sldChg>
      <pc:sldChg chg="modSp mod">
        <pc:chgData name="ETZC Media" userId="05f0189a5894c19d" providerId="LiveId" clId="{74A74B86-AB48-4D11-ACCF-EA0EDB4FDC3C}" dt="2026-02-15T00:45:52.368" v="10" actId="1035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2-15T00:45:52.368" v="10" actId="1035"/>
          <ac:spMkLst>
            <pc:docMk/>
            <pc:sldMk cId="4103851070" sldId="393"/>
            <ac:spMk id="3" creationId="{83C39EDE-BE58-158D-064B-5DAC37E382C5}"/>
          </ac:spMkLst>
        </pc:spChg>
      </pc:sldChg>
      <pc:sldChg chg="modSp mod">
        <pc:chgData name="ETZC Media" userId="05f0189a5894c19d" providerId="LiveId" clId="{74A74B86-AB48-4D11-ACCF-EA0EDB4FDC3C}" dt="2026-02-15T00:46:06.030" v="15" actId="1036"/>
        <pc:sldMkLst>
          <pc:docMk/>
          <pc:sldMk cId="1809641746" sldId="394"/>
        </pc:sldMkLst>
        <pc:spChg chg="mod">
          <ac:chgData name="ETZC Media" userId="05f0189a5894c19d" providerId="LiveId" clId="{74A74B86-AB48-4D11-ACCF-EA0EDB4FDC3C}" dt="2026-02-15T00:46:06.030" v="15" actId="1036"/>
          <ac:spMkLst>
            <pc:docMk/>
            <pc:sldMk cId="1809641746" sldId="394"/>
            <ac:spMk id="3" creationId="{E3718D80-75A8-368E-AC27-DAA8A0585335}"/>
          </ac:spMkLst>
        </pc:spChg>
      </pc:sldChg>
      <pc:sldChg chg="modSp mod">
        <pc:chgData name="ETZC Media" userId="05f0189a5894c19d" providerId="LiveId" clId="{74A74B86-AB48-4D11-ACCF-EA0EDB4FDC3C}" dt="2026-02-15T00:46:25.099" v="20" actId="1036"/>
        <pc:sldMkLst>
          <pc:docMk/>
          <pc:sldMk cId="2840502327" sldId="395"/>
        </pc:sldMkLst>
        <pc:spChg chg="mod">
          <ac:chgData name="ETZC Media" userId="05f0189a5894c19d" providerId="LiveId" clId="{74A74B86-AB48-4D11-ACCF-EA0EDB4FDC3C}" dt="2026-02-15T00:46:25.099" v="20" actId="1036"/>
          <ac:spMkLst>
            <pc:docMk/>
            <pc:sldMk cId="2840502327" sldId="395"/>
            <ac:spMk id="3" creationId="{B6D78799-552E-7C08-CC78-531652D014A2}"/>
          </ac:spMkLst>
        </pc:spChg>
      </pc:sldChg>
      <pc:sldChg chg="modSp mod">
        <pc:chgData name="ETZC Media" userId="05f0189a5894c19d" providerId="LiveId" clId="{74A74B86-AB48-4D11-ACCF-EA0EDB4FDC3C}" dt="2026-02-15T00:46:36.320" v="25" actId="1035"/>
        <pc:sldMkLst>
          <pc:docMk/>
          <pc:sldMk cId="3414103001" sldId="396"/>
        </pc:sldMkLst>
        <pc:spChg chg="mod">
          <ac:chgData name="ETZC Media" userId="05f0189a5894c19d" providerId="LiveId" clId="{74A74B86-AB48-4D11-ACCF-EA0EDB4FDC3C}" dt="2026-02-15T00:46:36.320" v="25" actId="1035"/>
          <ac:spMkLst>
            <pc:docMk/>
            <pc:sldMk cId="3414103001" sldId="396"/>
            <ac:spMk id="3" creationId="{43C2F421-54EF-C2C6-7A56-5009CBA69523}"/>
          </ac:spMkLst>
        </pc:spChg>
      </pc:sldChg>
      <pc:sldChg chg="modSp mod">
        <pc:chgData name="ETZC Media" userId="05f0189a5894c19d" providerId="LiveId" clId="{74A74B86-AB48-4D11-ACCF-EA0EDB4FDC3C}" dt="2026-02-15T00:46:46.338" v="32" actId="1036"/>
        <pc:sldMkLst>
          <pc:docMk/>
          <pc:sldMk cId="3414662712" sldId="397"/>
        </pc:sldMkLst>
        <pc:spChg chg="mod">
          <ac:chgData name="ETZC Media" userId="05f0189a5894c19d" providerId="LiveId" clId="{74A74B86-AB48-4D11-ACCF-EA0EDB4FDC3C}" dt="2026-02-15T00:46:46.338" v="32" actId="1036"/>
          <ac:spMkLst>
            <pc:docMk/>
            <pc:sldMk cId="3414662712" sldId="397"/>
            <ac:spMk id="3" creationId="{E4EDA642-94A1-4696-11B8-87689D6E5A15}"/>
          </ac:spMkLst>
        </pc:spChg>
      </pc:sldChg>
      <pc:sldChg chg="modSp mod">
        <pc:chgData name="ETZC Media" userId="05f0189a5894c19d" providerId="LiveId" clId="{74A74B86-AB48-4D11-ACCF-EA0EDB4FDC3C}" dt="2026-02-15T00:46:53.435" v="36" actId="1035"/>
        <pc:sldMkLst>
          <pc:docMk/>
          <pc:sldMk cId="214513653" sldId="398"/>
        </pc:sldMkLst>
        <pc:spChg chg="mod">
          <ac:chgData name="ETZC Media" userId="05f0189a5894c19d" providerId="LiveId" clId="{74A74B86-AB48-4D11-ACCF-EA0EDB4FDC3C}" dt="2026-02-15T00:46:53.435" v="36" actId="1035"/>
          <ac:spMkLst>
            <pc:docMk/>
            <pc:sldMk cId="214513653" sldId="398"/>
            <ac:spMk id="3" creationId="{7FF7DD9D-6350-CAA3-2B06-03FAE13AAF82}"/>
          </ac:spMkLst>
        </pc:spChg>
      </pc:sldChg>
      <pc:sldChg chg="modSp mod">
        <pc:chgData name="ETZC Media" userId="05f0189a5894c19d" providerId="LiveId" clId="{74A74B86-AB48-4D11-ACCF-EA0EDB4FDC3C}" dt="2026-02-15T00:47:04.817" v="43" actId="1036"/>
        <pc:sldMkLst>
          <pc:docMk/>
          <pc:sldMk cId="3995150897" sldId="399"/>
        </pc:sldMkLst>
        <pc:spChg chg="mod">
          <ac:chgData name="ETZC Media" userId="05f0189a5894c19d" providerId="LiveId" clId="{74A74B86-AB48-4D11-ACCF-EA0EDB4FDC3C}" dt="2026-02-15T00:47:04.817" v="43" actId="1036"/>
          <ac:spMkLst>
            <pc:docMk/>
            <pc:sldMk cId="3995150897" sldId="399"/>
            <ac:spMk id="3" creationId="{356A381D-9804-3593-D8DF-EA85DB16EC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CA705-09F1-1B6B-6E83-AA891A2500BA}"/>
              </a:ext>
            </a:extLst>
          </p:cNvPr>
          <p:cNvSpPr txBox="1"/>
          <p:nvPr/>
        </p:nvSpPr>
        <p:spPr>
          <a:xfrm>
            <a:off x="0" y="53777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CúVÑ</a:t>
            </a:r>
            <a:r>
              <a:rPr lang="en-IN" dirty="0"/>
              <a:t> G²dÏ </a:t>
            </a:r>
            <a:r>
              <a:rPr lang="en-IN" dirty="0" err="1"/>
              <a:t>SpXYu</a:t>
            </a:r>
            <a:r>
              <a:rPr lang="en-IN" dirty="0"/>
              <a:t> </a:t>
            </a:r>
          </a:p>
          <a:p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GkùSkÖm</a:t>
            </a:r>
            <a:r>
              <a:rPr lang="en-IN" dirty="0"/>
              <a:t> </a:t>
            </a:r>
            <a:r>
              <a:rPr lang="en-IN" dirty="0" err="1"/>
              <a:t>U§VôVYu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36B6A-F6B1-58E7-FF41-142E0A484DAD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BTj§p</a:t>
            </a:r>
            <a:r>
              <a:rPr lang="en-IN" dirty="0"/>
              <a:t> </a:t>
            </a:r>
            <a:r>
              <a:rPr lang="en-IN" dirty="0" err="1"/>
              <a:t>úWôLj§p</a:t>
            </a:r>
            <a:r>
              <a:rPr lang="en-IN" dirty="0"/>
              <a:t> Yu l\</a:t>
            </a:r>
            <a:r>
              <a:rPr lang="en-IN" dirty="0" err="1"/>
              <a:t>VôNeL°p</a:t>
            </a:r>
            <a:r>
              <a:rPr lang="en-IN" dirty="0"/>
              <a:t> </a:t>
            </a:r>
          </a:p>
          <a:p>
            <a:r>
              <a:rPr lang="en-IN" dirty="0"/>
              <a:t>U]</a:t>
            </a:r>
            <a:r>
              <a:rPr lang="en-IN" dirty="0" err="1"/>
              <a:t>úU</a:t>
            </a:r>
            <a:r>
              <a:rPr lang="en-IN" dirty="0"/>
              <a:t> </a:t>
            </a:r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U§VôVYu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C03E9-56A6-DB09-DD01-A762A2A72D74}"/>
              </a:ext>
            </a:extLst>
          </p:cNvPr>
          <p:cNvSpPr txBox="1"/>
          <p:nvPr/>
        </p:nvSpPr>
        <p:spPr>
          <a:xfrm>
            <a:off x="0" y="533667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800" dirty="0" err="1"/>
              <a:t>LôpY</a:t>
            </a:r>
            <a:r>
              <a:rPr lang="en-IN" sz="4800" dirty="0"/>
              <a:t>¬ </a:t>
            </a:r>
            <a:r>
              <a:rPr lang="en-IN" sz="4800" dirty="0" err="1"/>
              <a:t>UXúUp</a:t>
            </a:r>
            <a:r>
              <a:rPr lang="en-IN" sz="4800" dirty="0"/>
              <a:t> LV± </a:t>
            </a:r>
          </a:p>
          <a:p>
            <a:r>
              <a:rPr lang="pl-PL" sz="4800" dirty="0"/>
              <a:t>ØsØ¥ £W£p Y¡fÑ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39EDE-BE58-158D-064B-5DAC37E382C5}"/>
              </a:ext>
            </a:extLst>
          </p:cNvPr>
          <p:cNvSpPr txBox="1"/>
          <p:nvPr/>
        </p:nvSpPr>
        <p:spPr>
          <a:xfrm>
            <a:off x="0" y="533257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úYR</a:t>
            </a:r>
            <a:r>
              <a:rPr lang="en-IN" dirty="0"/>
              <a:t>] </a:t>
            </a:r>
            <a:r>
              <a:rPr lang="en-IN" dirty="0" err="1"/>
              <a:t>NoYØm</a:t>
            </a:r>
            <a:r>
              <a:rPr lang="en-IN" dirty="0"/>
              <a:t> ¿d¡ Gu²p </a:t>
            </a:r>
          </a:p>
          <a:p>
            <a:r>
              <a:rPr lang="en-IN" dirty="0"/>
              <a:t>×Õ </a:t>
            </a:r>
            <a:r>
              <a:rPr lang="en-IN" dirty="0" err="1"/>
              <a:t>ËYu</a:t>
            </a:r>
            <a:r>
              <a:rPr lang="en-IN" dirty="0"/>
              <a:t> </a:t>
            </a:r>
            <a:r>
              <a:rPr lang="en-IN" dirty="0" err="1"/>
              <a:t>TLokSY</a:t>
            </a:r>
            <a:r>
              <a:rPr lang="en-IN" dirty="0"/>
              <a:t>]</a:t>
            </a:r>
            <a:r>
              <a:rPr lang="en-IN" dirty="0" err="1"/>
              <a:t>ôm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F50F-1ED2-6F3F-F2AC-5EBE7303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3AB88F-E062-028D-EDDD-1449F19055D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18D80-75A8-368E-AC27-DAA8A0585335}"/>
              </a:ext>
            </a:extLst>
          </p:cNvPr>
          <p:cNvSpPr txBox="1"/>
          <p:nvPr/>
        </p:nvSpPr>
        <p:spPr>
          <a:xfrm>
            <a:off x="0" y="5336671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BjVàm</a:t>
            </a:r>
            <a:r>
              <a:rPr lang="en-IN" dirty="0"/>
              <a:t> </a:t>
            </a:r>
            <a:r>
              <a:rPr lang="en-IN" dirty="0" err="1"/>
              <a:t>Ak§VàúU</a:t>
            </a:r>
            <a:r>
              <a:rPr lang="en-IN" dirty="0"/>
              <a:t> </a:t>
            </a:r>
          </a:p>
          <a:p>
            <a:r>
              <a:rPr lang="pt-BR" dirty="0"/>
              <a:t>§qV £ú]Lj§u E\®PúU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641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DAA6-E987-538F-FCC4-17CB9396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32DEF4-E2F4-FA9A-0D05-7319FDB2DDA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78799-552E-7C08-CC78-531652D014A2}"/>
              </a:ext>
            </a:extLst>
          </p:cNvPr>
          <p:cNvSpPr txBox="1"/>
          <p:nvPr/>
        </p:nvSpPr>
        <p:spPr>
          <a:xfrm>
            <a:off x="0" y="5343858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fr-FR" dirty="0"/>
              <a:t>T§]</a:t>
            </a:r>
            <a:r>
              <a:rPr lang="fr-FR" dirty="0" err="1"/>
              <a:t>ô«Wj§p</a:t>
            </a:r>
            <a:r>
              <a:rPr lang="fr-FR" dirty="0"/>
              <a:t> A§£</a:t>
            </a:r>
            <a:r>
              <a:rPr lang="fr-FR" dirty="0" err="1"/>
              <a:t>úWxP</a:t>
            </a:r>
            <a:r>
              <a:rPr lang="fr-FR" dirty="0"/>
              <a:t>]Yu </a:t>
            </a:r>
          </a:p>
          <a:p>
            <a:r>
              <a:rPr lang="en-IN" dirty="0" err="1"/>
              <a:t>NjV</a:t>
            </a:r>
            <a:r>
              <a:rPr lang="en-IN" dirty="0"/>
              <a:t>]</a:t>
            </a:r>
            <a:r>
              <a:rPr lang="en-IN" dirty="0" err="1"/>
              <a:t>ôm</a:t>
            </a:r>
            <a:r>
              <a:rPr lang="en-IN" dirty="0"/>
              <a:t> </a:t>
            </a:r>
            <a:r>
              <a:rPr lang="en-IN" dirty="0" err="1"/>
              <a:t>Yk§V</a:t>
            </a:r>
            <a:r>
              <a:rPr lang="en-IN" dirty="0"/>
              <a:t>]</a:t>
            </a:r>
            <a:r>
              <a:rPr lang="en-IN" dirty="0" err="1"/>
              <a:t>ôm</a:t>
            </a:r>
            <a:r>
              <a:rPr lang="en-IN" dirty="0"/>
              <a:t> </a:t>
            </a:r>
            <a:r>
              <a:rPr lang="en-IN" dirty="0" err="1"/>
              <a:t>SôVLu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050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9AD6-FDDC-5B55-A219-BFC855AE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8BCBAD-AE09-173B-E926-7E651823314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2F421-54EF-C2C6-7A56-5009CBA69523}"/>
              </a:ext>
            </a:extLst>
          </p:cNvPr>
          <p:cNvSpPr txBox="1"/>
          <p:nvPr/>
        </p:nvSpPr>
        <p:spPr>
          <a:xfrm>
            <a:off x="-1" y="5314093"/>
            <a:ext cx="12191999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UÚ </a:t>
            </a:r>
            <a:r>
              <a:rPr lang="en-IN" dirty="0" err="1"/>
              <a:t>éVôj</a:t>
            </a:r>
            <a:r>
              <a:rPr lang="en-IN" dirty="0"/>
              <a:t>\ô A§ L¥]m </a:t>
            </a:r>
          </a:p>
          <a:p>
            <a:r>
              <a:rPr lang="en-US" dirty="0"/>
              <a:t>l\§</a:t>
            </a:r>
            <a:r>
              <a:rPr lang="en-US" dirty="0" err="1"/>
              <a:t>áXeMs</a:t>
            </a:r>
            <a:r>
              <a:rPr lang="en-US" dirty="0"/>
              <a:t> AÖ ¨ª`m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10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AFE0-39A7-F498-767D-3940A67F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F2E52C-A550-2040-6CBE-1A6B23C2382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DA642-94A1-4696-11B8-87689D6E5A15}"/>
              </a:ext>
            </a:extLst>
          </p:cNvPr>
          <p:cNvSpPr txBox="1"/>
          <p:nvPr/>
        </p:nvSpPr>
        <p:spPr>
          <a:xfrm>
            <a:off x="0" y="532128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TLp</a:t>
            </a:r>
            <a:r>
              <a:rPr lang="en-IN" dirty="0"/>
              <a:t> </a:t>
            </a:r>
            <a:r>
              <a:rPr lang="en-IN" dirty="0" err="1"/>
              <a:t>úULvRmTm</a:t>
            </a:r>
            <a:r>
              <a:rPr lang="en-IN" dirty="0"/>
              <a:t> </a:t>
            </a:r>
            <a:r>
              <a:rPr lang="en-IN" dirty="0" err="1"/>
              <a:t>Wôj</a:t>
            </a:r>
            <a:r>
              <a:rPr lang="en-IN" dirty="0"/>
              <a:t>± Ad² </a:t>
            </a:r>
            <a:r>
              <a:rPr lang="en-IN" dirty="0" err="1"/>
              <a:t>çQôn</a:t>
            </a:r>
            <a:r>
              <a:rPr lang="en-IN" dirty="0"/>
              <a:t> </a:t>
            </a:r>
          </a:p>
          <a:p>
            <a:r>
              <a:rPr lang="es-ES" dirty="0" err="1"/>
              <a:t>Guú</a:t>
            </a:r>
            <a:r>
              <a:rPr lang="es-ES" dirty="0"/>
              <a:t>] </a:t>
            </a:r>
            <a:r>
              <a:rPr lang="es-ES" dirty="0" err="1"/>
              <a:t>Aà</a:t>
            </a:r>
            <a:r>
              <a:rPr lang="es-ES" dirty="0"/>
              <a:t>§]m </a:t>
            </a:r>
            <a:r>
              <a:rPr lang="es-ES" dirty="0" err="1"/>
              <a:t>Y¯SPjÕm</a:t>
            </a:r>
            <a:r>
              <a:rPr lang="es-E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66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EEC3-40DA-488B-A92D-9B3F19A5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2BCA98-B28B-B15C-F081-B96DC1392FD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F7DD9D-6350-CAA3-2B06-03FAE13AAF82}"/>
              </a:ext>
            </a:extLst>
          </p:cNvPr>
          <p:cNvSpPr txBox="1"/>
          <p:nvPr/>
        </p:nvSpPr>
        <p:spPr>
          <a:xfrm>
            <a:off x="0" y="5325381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dúXNùUpXôm</a:t>
            </a:r>
            <a:r>
              <a:rPr lang="en-IN" dirty="0"/>
              <a:t> ¿</a:t>
            </a:r>
            <a:r>
              <a:rPr lang="en-IN" dirty="0" err="1"/>
              <a:t>e¢lúTôm</a:t>
            </a:r>
            <a:r>
              <a:rPr lang="en-IN" dirty="0"/>
              <a:t> </a:t>
            </a:r>
          </a:p>
          <a:p>
            <a:r>
              <a:rPr lang="en-IN" dirty="0" err="1"/>
              <a:t>LiÔ¿ùWpXôm</a:t>
            </a:r>
            <a:r>
              <a:rPr lang="en-IN" dirty="0"/>
              <a:t> </a:t>
            </a:r>
            <a:r>
              <a:rPr lang="en-IN" dirty="0" err="1"/>
              <a:t>ÕPfºÓúU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51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D5E7-3756-73DF-1DD3-DBAC2F54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7BF7B2-ECB3-977F-46BF-B28F6C599B6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A381D-9804-3593-D8DF-EA85DB16ECD0}"/>
              </a:ext>
            </a:extLst>
          </p:cNvPr>
          <p:cNvSpPr txBox="1"/>
          <p:nvPr/>
        </p:nvSpPr>
        <p:spPr>
          <a:xfrm>
            <a:off x="-1" y="5321285"/>
            <a:ext cx="12191999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Wô_ôYôn</a:t>
            </a:r>
            <a:r>
              <a:rPr lang="en-IN" dirty="0"/>
              <a:t> Yô²p </a:t>
            </a:r>
            <a:r>
              <a:rPr lang="en-IN" dirty="0" err="1"/>
              <a:t>ùY°lTÓmúTôs</a:t>
            </a:r>
            <a:r>
              <a:rPr lang="en-IN" dirty="0"/>
              <a:t> </a:t>
            </a:r>
          </a:p>
          <a:p>
            <a:r>
              <a:rPr lang="en-IN" dirty="0" err="1"/>
              <a:t>Oôu</a:t>
            </a:r>
            <a:r>
              <a:rPr lang="en-IN" dirty="0"/>
              <a:t> AY²Pm T\</a:t>
            </a:r>
            <a:r>
              <a:rPr lang="en-IN" dirty="0" err="1"/>
              <a:t>kÖVÚm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1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150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2026-02-15T00:47:08Z</dcterms:modified>
</cp:coreProperties>
</file>
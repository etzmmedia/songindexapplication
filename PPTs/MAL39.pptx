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8ECC3-8E30-43CB-8891-56ACC47CE7FB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Guú</a:t>
            </a:r>
            <a:r>
              <a:rPr lang="en-IN" dirty="0"/>
              <a:t>] </a:t>
            </a:r>
            <a:r>
              <a:rPr lang="en-IN" dirty="0" err="1"/>
              <a:t>ùLôiÓ</a:t>
            </a:r>
            <a:r>
              <a:rPr lang="en-IN" dirty="0"/>
              <a:t> </a:t>
            </a:r>
            <a:r>
              <a:rPr lang="en-IN" dirty="0" err="1"/>
              <a:t>Yk¿ÓYôu</a:t>
            </a:r>
            <a:r>
              <a:rPr lang="en-IN" dirty="0"/>
              <a:t> </a:t>
            </a:r>
          </a:p>
          <a:p>
            <a:r>
              <a:rPr lang="en-IN" dirty="0" err="1"/>
              <a:t>Oôàm</a:t>
            </a:r>
            <a:r>
              <a:rPr lang="en-IN" dirty="0"/>
              <a:t> Gu </a:t>
            </a:r>
            <a:r>
              <a:rPr lang="en-IN" dirty="0" err="1"/>
              <a:t>ÏÓmTÜm</a:t>
            </a:r>
            <a:r>
              <a:rPr lang="en-IN" dirty="0"/>
              <a:t> </a:t>
            </a:r>
            <a:r>
              <a:rPr lang="en-IN" dirty="0" err="1"/>
              <a:t>GkÕsÞ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8D26B-3999-C316-F9B8-810CC808F8D3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 </a:t>
            </a:r>
            <a:r>
              <a:rPr lang="en-IN" dirty="0" err="1"/>
              <a:t>SuULs</a:t>
            </a:r>
            <a:r>
              <a:rPr lang="en-IN" dirty="0"/>
              <a:t> </a:t>
            </a:r>
            <a:r>
              <a:rPr lang="en-IN" dirty="0" err="1"/>
              <a:t>OeMs</a:t>
            </a:r>
            <a:r>
              <a:rPr lang="en-IN" dirty="0"/>
              <a:t> </a:t>
            </a:r>
            <a:r>
              <a:rPr lang="en-IN" dirty="0" err="1"/>
              <a:t>AàT®lTôu</a:t>
            </a:r>
            <a:r>
              <a:rPr lang="en-IN" dirty="0"/>
              <a:t> </a:t>
            </a:r>
          </a:p>
          <a:p>
            <a:r>
              <a:rPr lang="en-IN" dirty="0" err="1"/>
              <a:t>GkÕsÞ</a:t>
            </a:r>
            <a:r>
              <a:rPr lang="en-IN" dirty="0"/>
              <a:t> </a:t>
            </a:r>
            <a:r>
              <a:rPr lang="en-IN" dirty="0" err="1"/>
              <a:t>úVôd¡VR</a:t>
            </a:r>
            <a:r>
              <a:rPr lang="en-IN" dirty="0"/>
              <a:t> ¨</a:t>
            </a:r>
            <a:r>
              <a:rPr lang="en-IN" dirty="0" err="1"/>
              <a:t>uØu©p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68C3-55F6-A18A-DFDD-28401BB6E259}"/>
              </a:ext>
            </a:extLst>
          </p:cNvPr>
          <p:cNvSpPr txBox="1"/>
          <p:nvPr/>
        </p:nvSpPr>
        <p:spPr>
          <a:xfrm>
            <a:off x="0" y="5370541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Guú</a:t>
            </a:r>
            <a:r>
              <a:rPr lang="en-IN" dirty="0"/>
              <a:t>] </a:t>
            </a:r>
            <a:r>
              <a:rPr lang="en-IN" dirty="0" err="1"/>
              <a:t>BZUôn</a:t>
            </a:r>
            <a:r>
              <a:rPr lang="en-IN" dirty="0"/>
              <a:t> </a:t>
            </a:r>
            <a:r>
              <a:rPr lang="en-IN" dirty="0" err="1"/>
              <a:t>vúS¡lúTu</a:t>
            </a:r>
            <a:r>
              <a:rPr lang="en-IN" dirty="0"/>
              <a:t> </a:t>
            </a:r>
          </a:p>
          <a:p>
            <a:r>
              <a:rPr lang="en-IN" dirty="0" err="1"/>
              <a:t>Oôàm</a:t>
            </a:r>
            <a:r>
              <a:rPr lang="en-IN" dirty="0"/>
              <a:t> Gu </a:t>
            </a:r>
            <a:r>
              <a:rPr lang="en-IN" dirty="0" err="1"/>
              <a:t>ÏÓmTÜm</a:t>
            </a:r>
            <a:r>
              <a:rPr lang="en-IN" dirty="0"/>
              <a:t> </a:t>
            </a:r>
            <a:r>
              <a:rPr lang="en-IN" dirty="0" err="1"/>
              <a:t>GkÕsÞ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AECE1-989E-A8C2-6F56-5E51EB9369BA}"/>
              </a:ext>
            </a:extLst>
          </p:cNvPr>
          <p:cNvSpPr txBox="1"/>
          <p:nvPr/>
        </p:nvSpPr>
        <p:spPr>
          <a:xfrm>
            <a:off x="0" y="53777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 </a:t>
            </a:r>
            <a:r>
              <a:rPr lang="en-IN" dirty="0" err="1"/>
              <a:t>ú`xPUôVùRpXôm</a:t>
            </a:r>
            <a:r>
              <a:rPr lang="en-IN" dirty="0"/>
              <a:t> </a:t>
            </a:r>
            <a:r>
              <a:rPr lang="en-IN" dirty="0" err="1"/>
              <a:t>Rk¨ÓYôu</a:t>
            </a:r>
            <a:r>
              <a:rPr lang="en-IN" dirty="0"/>
              <a:t> </a:t>
            </a:r>
          </a:p>
          <a:p>
            <a:r>
              <a:rPr lang="en-IN" dirty="0" err="1"/>
              <a:t>GkÕsÞ</a:t>
            </a:r>
            <a:r>
              <a:rPr lang="en-IN" dirty="0"/>
              <a:t> </a:t>
            </a:r>
            <a:r>
              <a:rPr lang="en-IN" dirty="0" err="1"/>
              <a:t>úVôd¡VR</a:t>
            </a:r>
            <a:r>
              <a:rPr lang="en-IN" dirty="0"/>
              <a:t> ¨</a:t>
            </a:r>
            <a:r>
              <a:rPr lang="en-IN" dirty="0" err="1"/>
              <a:t>uØu©p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022C-61C7-1268-8DBA-8498EF6E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FA54AD-4ABC-5A0B-92F5-0CBE5365627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9DF3B-F540-C3D1-ED98-BEAAC16EBF50}"/>
              </a:ext>
            </a:extLst>
          </p:cNvPr>
          <p:cNvSpPr txBox="1"/>
          <p:nvPr/>
        </p:nvSpPr>
        <p:spPr>
          <a:xfrm>
            <a:off x="0" y="537053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</a:t>
            </a:r>
            <a:r>
              <a:rPr lang="en-IN" dirty="0" err="1"/>
              <a:t>úRô</a:t>
            </a:r>
            <a:r>
              <a:rPr lang="en-IN" dirty="0"/>
              <a:t>[m Gu\ </a:t>
            </a:r>
            <a:r>
              <a:rPr lang="en-IN" dirty="0" err="1"/>
              <a:t>B®úV</a:t>
            </a:r>
            <a:r>
              <a:rPr lang="en-IN" dirty="0"/>
              <a:t> </a:t>
            </a:r>
            <a:r>
              <a:rPr lang="en-IN" dirty="0" err="1"/>
              <a:t>LÚRôu</a:t>
            </a:r>
            <a:r>
              <a:rPr lang="en-IN" dirty="0"/>
              <a:t> </a:t>
            </a:r>
          </a:p>
          <a:p>
            <a:r>
              <a:rPr lang="en-IN" dirty="0" err="1"/>
              <a:t>Oôàm</a:t>
            </a:r>
            <a:r>
              <a:rPr lang="en-IN" dirty="0"/>
              <a:t> Gu </a:t>
            </a:r>
            <a:r>
              <a:rPr lang="en-IN" dirty="0" err="1"/>
              <a:t>ÏÓmTÜm</a:t>
            </a:r>
            <a:r>
              <a:rPr lang="en-IN" dirty="0"/>
              <a:t> </a:t>
            </a:r>
            <a:r>
              <a:rPr lang="en-IN" dirty="0" err="1"/>
              <a:t>GkÕsÞ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7467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39C35-DB9D-3037-0B6F-A1B98D37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0BD693-97C3-96CA-0E44-87B9DA0282F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85CC2-61BF-461A-5750-D446BFA934ED}"/>
              </a:ext>
            </a:extLst>
          </p:cNvPr>
          <p:cNvSpPr txBox="1"/>
          <p:nvPr/>
        </p:nvSpPr>
        <p:spPr>
          <a:xfrm>
            <a:off x="-1" y="537773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Guú</a:t>
            </a:r>
            <a:r>
              <a:rPr lang="en-IN" dirty="0"/>
              <a:t>] </a:t>
            </a:r>
            <a:r>
              <a:rPr lang="en-IN" dirty="0" err="1"/>
              <a:t>Ap×RUôdÏYôu</a:t>
            </a:r>
            <a:r>
              <a:rPr lang="en-IN" dirty="0"/>
              <a:t> </a:t>
            </a:r>
          </a:p>
          <a:p>
            <a:r>
              <a:rPr lang="en-IN" dirty="0" err="1"/>
              <a:t>GkÕsÞ</a:t>
            </a:r>
            <a:r>
              <a:rPr lang="en-IN" dirty="0"/>
              <a:t> </a:t>
            </a:r>
            <a:r>
              <a:rPr lang="en-IN" dirty="0" err="1"/>
              <a:t>úVôd¡VR</a:t>
            </a:r>
            <a:r>
              <a:rPr lang="en-IN" dirty="0"/>
              <a:t> ¨</a:t>
            </a:r>
            <a:r>
              <a:rPr lang="en-IN" dirty="0" err="1"/>
              <a:t>uØu©p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67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345F7-CA14-4C9C-328D-31366F56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4E249CD-726E-7FCB-355A-70A2781E0B1C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9E906-26A9-DE73-20C0-8B6AAD609935}"/>
              </a:ext>
            </a:extLst>
          </p:cNvPr>
          <p:cNvSpPr txBox="1"/>
          <p:nvPr/>
        </p:nvSpPr>
        <p:spPr>
          <a:xfrm>
            <a:off x="0" y="537053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Guú</a:t>
            </a:r>
            <a:r>
              <a:rPr lang="en-IN" dirty="0"/>
              <a:t>] </a:t>
            </a:r>
            <a:r>
              <a:rPr lang="en-IN" dirty="0" err="1"/>
              <a:t>RuV</a:t>
            </a:r>
            <a:r>
              <a:rPr lang="en-IN" dirty="0"/>
              <a:t>]</a:t>
            </a:r>
            <a:r>
              <a:rPr lang="en-IN" dirty="0" err="1"/>
              <a:t>ôn</a:t>
            </a:r>
            <a:r>
              <a:rPr lang="en-IN" dirty="0"/>
              <a:t> ¾odÏYôu </a:t>
            </a:r>
          </a:p>
          <a:p>
            <a:r>
              <a:rPr lang="en-IN" dirty="0" err="1"/>
              <a:t>Oôàm</a:t>
            </a:r>
            <a:r>
              <a:rPr lang="en-IN" dirty="0"/>
              <a:t> Gu </a:t>
            </a:r>
            <a:r>
              <a:rPr lang="en-IN" dirty="0" err="1"/>
              <a:t>ÏÓmTÜm</a:t>
            </a:r>
            <a:r>
              <a:rPr lang="en-IN" dirty="0"/>
              <a:t> </a:t>
            </a:r>
            <a:r>
              <a:rPr lang="en-IN" dirty="0" err="1"/>
              <a:t>GkÕsÞ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374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4DA8-914E-1B32-8231-05B34F46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44DE27-797C-E840-7E1F-D293AE242F8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2086A-8288-C5AB-2EF9-3AA876AEA5B9}"/>
              </a:ext>
            </a:extLst>
          </p:cNvPr>
          <p:cNvSpPr txBox="1"/>
          <p:nvPr/>
        </p:nvSpPr>
        <p:spPr>
          <a:xfrm>
            <a:off x="0" y="537773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Cj</a:t>
            </a:r>
            <a:r>
              <a:rPr lang="en-IN" dirty="0"/>
              <a:t>\</a:t>
            </a:r>
            <a:r>
              <a:rPr lang="en-IN" dirty="0" err="1"/>
              <a:t>úRô</a:t>
            </a:r>
            <a:r>
              <a:rPr lang="en-IN" dirty="0"/>
              <a:t>[m </a:t>
            </a:r>
            <a:r>
              <a:rPr lang="en-IN" dirty="0" err="1"/>
              <a:t>Guú</a:t>
            </a:r>
            <a:r>
              <a:rPr lang="en-IN" dirty="0"/>
              <a:t>] </a:t>
            </a:r>
            <a:r>
              <a:rPr lang="en-IN" dirty="0" err="1"/>
              <a:t>LôjÕ</a:t>
            </a:r>
            <a:r>
              <a:rPr lang="en-IN" dirty="0"/>
              <a:t> </a:t>
            </a:r>
            <a:r>
              <a:rPr lang="en-IN" dirty="0" err="1"/>
              <a:t>ãh£dÏYôu</a:t>
            </a:r>
            <a:r>
              <a:rPr lang="en-IN" dirty="0"/>
              <a:t> </a:t>
            </a:r>
          </a:p>
          <a:p>
            <a:r>
              <a:rPr lang="en-IN" dirty="0" err="1"/>
              <a:t>GkÕsÞ</a:t>
            </a:r>
            <a:r>
              <a:rPr lang="en-IN" dirty="0"/>
              <a:t> </a:t>
            </a:r>
            <a:r>
              <a:rPr lang="en-IN" dirty="0" err="1"/>
              <a:t>úVôd¡VR</a:t>
            </a:r>
            <a:r>
              <a:rPr lang="en-IN" dirty="0"/>
              <a:t> ¨</a:t>
            </a:r>
            <a:r>
              <a:rPr lang="en-IN" dirty="0" err="1"/>
              <a:t>uØu©p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2157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1520</TotalTime>
  <Words>129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2026-03-08T07:13:17Z</dcterms:modified>
</cp:coreProperties>
</file>
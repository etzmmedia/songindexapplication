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8" r:id="rId2"/>
    <p:sldId id="392" r:id="rId3"/>
    <p:sldId id="393" r:id="rId4"/>
    <p:sldId id="394" r:id="rId5"/>
    <p:sldId id="395" r:id="rId6"/>
    <p:sldId id="396" r:id="rId7"/>
    <p:sldId id="39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ZC Media" userId="05f0189a5894c19d" providerId="LiveId" clId="{74A74B86-AB48-4D11-ACCF-EA0EDB4FDC3C}"/>
    <pc:docChg chg="delSld modSld">
      <pc:chgData name="ETZC Media" userId="05f0189a5894c19d" providerId="LiveId" clId="{74A74B86-AB48-4D11-ACCF-EA0EDB4FDC3C}" dt="2026-02-01T10:06:05.655" v="11" actId="47"/>
      <pc:docMkLst>
        <pc:docMk/>
      </pc:docMkLst>
      <pc:sldChg chg="delSp modSp del mod">
        <pc:chgData name="ETZC Media" userId="05f0189a5894c19d" providerId="LiveId" clId="{74A74B86-AB48-4D11-ACCF-EA0EDB4FDC3C}" dt="2026-02-01T10:06:05.655" v="11" actId="47"/>
        <pc:sldMkLst>
          <pc:docMk/>
          <pc:sldMk cId="944968354" sldId="391"/>
        </pc:sldMkLst>
        <pc:spChg chg="del mod">
          <ac:chgData name="ETZC Media" userId="05f0189a5894c19d" providerId="LiveId" clId="{74A74B86-AB48-4D11-ACCF-EA0EDB4FDC3C}" dt="2026-02-01T10:05:47.486" v="5"/>
          <ac:spMkLst>
            <pc:docMk/>
            <pc:sldMk cId="944968354" sldId="391"/>
            <ac:spMk id="3" creationId="{A03646A2-D32B-0A49-4E49-CA70014D334E}"/>
          </ac:spMkLst>
        </pc:spChg>
      </pc:sldChg>
      <pc:sldChg chg="modSp mod">
        <pc:chgData name="ETZC Media" userId="05f0189a5894c19d" providerId="LiveId" clId="{74A74B86-AB48-4D11-ACCF-EA0EDB4FDC3C}" dt="2026-02-01T10:05:56.520" v="10" actId="20577"/>
        <pc:sldMkLst>
          <pc:docMk/>
          <pc:sldMk cId="2921915982" sldId="398"/>
        </pc:sldMkLst>
        <pc:spChg chg="mod">
          <ac:chgData name="ETZC Media" userId="05f0189a5894c19d" providerId="LiveId" clId="{74A74B86-AB48-4D11-ACCF-EA0EDB4FDC3C}" dt="2026-02-01T10:05:56.520" v="10" actId="20577"/>
          <ac:spMkLst>
            <pc:docMk/>
            <pc:sldMk cId="2921915982" sldId="398"/>
            <ac:spMk id="3" creationId="{074C8522-0EA2-764F-2422-D72AC1F39E3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751E9-7682-0D93-797C-8734E3F1D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FE63A63-8913-1980-7398-FB551FA01E16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4C8522-0EA2-764F-2422-D72AC1F39E37}"/>
              </a:ext>
            </a:extLst>
          </p:cNvPr>
          <p:cNvSpPr txBox="1"/>
          <p:nvPr/>
        </p:nvSpPr>
        <p:spPr>
          <a:xfrm>
            <a:off x="-1" y="5377729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¨</a:t>
            </a:r>
            <a:r>
              <a:rPr lang="en-IN" dirty="0" err="1"/>
              <a:t>uù</a:t>
            </a:r>
            <a:r>
              <a:rPr lang="en-IN" dirty="0"/>
              <a:t>\ </a:t>
            </a:r>
            <a:r>
              <a:rPr lang="en-IN" dirty="0" err="1"/>
              <a:t>vúSL</a:t>
            </a:r>
            <a:r>
              <a:rPr lang="en-IN" dirty="0"/>
              <a:t> </a:t>
            </a:r>
            <a:r>
              <a:rPr lang="en-IN" dirty="0" err="1"/>
              <a:t>YôdÏLs</a:t>
            </a:r>
            <a:r>
              <a:rPr lang="en-IN" dirty="0"/>
              <a:t> </a:t>
            </a:r>
            <a:r>
              <a:rPr lang="en-IN" dirty="0" err="1"/>
              <a:t>GkÖm</a:t>
            </a:r>
            <a:r>
              <a:rPr lang="en-IN" dirty="0"/>
              <a:t> </a:t>
            </a:r>
            <a:r>
              <a:rPr lang="en-IN" dirty="0" err="1"/>
              <a:t>Uô±PôRRôp</a:t>
            </a:r>
            <a:endParaRPr lang="en-IN" dirty="0"/>
          </a:p>
          <a:p>
            <a:r>
              <a:rPr lang="en-IN" dirty="0" err="1"/>
              <a:t>Guù</a:t>
            </a:r>
            <a:r>
              <a:rPr lang="en-IN" dirty="0"/>
              <a:t>] </a:t>
            </a:r>
            <a:r>
              <a:rPr lang="en-IN" dirty="0" err="1"/>
              <a:t>GkÖm</a:t>
            </a:r>
            <a:r>
              <a:rPr lang="en-IN" dirty="0"/>
              <a:t> Y¯ </a:t>
            </a:r>
            <a:r>
              <a:rPr lang="en-IN" dirty="0" err="1"/>
              <a:t>SPjÕm</a:t>
            </a:r>
            <a:r>
              <a:rPr lang="en-IN" dirty="0"/>
              <a:t> ¨</a:t>
            </a:r>
            <a:r>
              <a:rPr lang="en-IN" dirty="0" err="1"/>
              <a:t>uù</a:t>
            </a:r>
            <a:r>
              <a:rPr lang="en-IN" dirty="0"/>
              <a:t>\ ËY </a:t>
            </a:r>
            <a:r>
              <a:rPr lang="en-IN" dirty="0" err="1"/>
              <a:t>TôûR«p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1915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D09216-4DC0-3285-3483-6A32EFF236BB}"/>
              </a:ext>
            </a:extLst>
          </p:cNvPr>
          <p:cNvSpPr txBox="1"/>
          <p:nvPr/>
        </p:nvSpPr>
        <p:spPr>
          <a:xfrm>
            <a:off x="0" y="5370536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úaôWUôm</a:t>
            </a:r>
            <a:r>
              <a:rPr lang="en-IN" dirty="0"/>
              <a:t> </a:t>
            </a:r>
            <a:r>
              <a:rPr lang="en-IN" dirty="0" err="1"/>
              <a:t>Tô®Vôm</a:t>
            </a:r>
            <a:r>
              <a:rPr lang="en-IN" dirty="0"/>
              <a:t> </a:t>
            </a:r>
            <a:r>
              <a:rPr lang="en-IN" dirty="0" err="1"/>
              <a:t>Guù</a:t>
            </a:r>
            <a:r>
              <a:rPr lang="en-IN" dirty="0"/>
              <a:t>]</a:t>
            </a:r>
            <a:r>
              <a:rPr lang="en-IN" dirty="0" err="1"/>
              <a:t>Ùm</a:t>
            </a:r>
            <a:r>
              <a:rPr lang="en-IN" dirty="0"/>
              <a:t> ¨</a:t>
            </a:r>
            <a:r>
              <a:rPr lang="en-IN" dirty="0" err="1"/>
              <a:t>uù</a:t>
            </a:r>
            <a:r>
              <a:rPr lang="en-IN" dirty="0"/>
              <a:t>\ </a:t>
            </a:r>
          </a:p>
          <a:p>
            <a:r>
              <a:rPr lang="en-IN" dirty="0" err="1"/>
              <a:t>ùLôpLRô</a:t>
            </a:r>
            <a:r>
              <a:rPr lang="en-IN" dirty="0"/>
              <a:t> </a:t>
            </a:r>
            <a:r>
              <a:rPr lang="en-IN" dirty="0" err="1"/>
              <a:t>YûWdÏm</a:t>
            </a:r>
            <a:r>
              <a:rPr lang="en-IN" dirty="0"/>
              <a:t> </a:t>
            </a:r>
            <a:r>
              <a:rPr lang="en-IN" dirty="0" err="1"/>
              <a:t>ùLôiÓ</a:t>
            </a:r>
            <a:r>
              <a:rPr lang="en-IN" dirty="0"/>
              <a:t> </a:t>
            </a:r>
            <a:r>
              <a:rPr lang="en-IN" dirty="0" err="1"/>
              <a:t>ùNkÖ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4681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4CBD1E-8777-9739-754D-6733C4E2FBBA}"/>
              </a:ext>
            </a:extLst>
          </p:cNvPr>
          <p:cNvSpPr txBox="1"/>
          <p:nvPr/>
        </p:nvSpPr>
        <p:spPr>
          <a:xfrm>
            <a:off x="0" y="5377729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LÝ¡ ¿ </a:t>
            </a:r>
            <a:r>
              <a:rPr lang="en-IN" dirty="0" err="1"/>
              <a:t>ùVu</a:t>
            </a:r>
            <a:r>
              <a:rPr lang="en-IN" dirty="0"/>
              <a:t>\ </a:t>
            </a:r>
            <a:r>
              <a:rPr lang="en-IN" dirty="0" err="1"/>
              <a:t>TôTd</a:t>
            </a:r>
            <a:r>
              <a:rPr lang="en-IN" dirty="0"/>
              <a:t> </a:t>
            </a:r>
            <a:r>
              <a:rPr lang="en-IN" dirty="0" err="1"/>
              <a:t>Lû</a:t>
            </a:r>
            <a:r>
              <a:rPr lang="en-IN" dirty="0"/>
              <a:t>\Ls </a:t>
            </a:r>
          </a:p>
          <a:p>
            <a:r>
              <a:rPr lang="en-IN" dirty="0"/>
              <a:t>L[</a:t>
            </a:r>
            <a:r>
              <a:rPr lang="en-IN" dirty="0" err="1"/>
              <a:t>gÒ</a:t>
            </a:r>
            <a:r>
              <a:rPr lang="en-IN" dirty="0"/>
              <a:t> B¯ Gu Es[</a:t>
            </a:r>
            <a:r>
              <a:rPr lang="en-IN" dirty="0" err="1"/>
              <a:t>j§úX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3851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42AB0-3D6A-D0FD-5D6F-6945B66DB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307681E-A2BC-A71C-1A90-CE7EBD528D25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8BA819-CFD0-052D-4AE6-6DD00F1DC486}"/>
              </a:ext>
            </a:extLst>
          </p:cNvPr>
          <p:cNvSpPr txBox="1"/>
          <p:nvPr/>
        </p:nvSpPr>
        <p:spPr>
          <a:xfrm>
            <a:off x="0" y="5370537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vúSLj§u</a:t>
            </a:r>
            <a:r>
              <a:rPr lang="en-IN" dirty="0"/>
              <a:t> £</a:t>
            </a:r>
            <a:r>
              <a:rPr lang="en-IN" dirty="0" err="1"/>
              <a:t>LWUôm</a:t>
            </a:r>
            <a:r>
              <a:rPr lang="en-IN" dirty="0"/>
              <a:t> </a:t>
            </a:r>
            <a:r>
              <a:rPr lang="en-IN" dirty="0" err="1"/>
              <a:t>Guú</a:t>
            </a:r>
            <a:r>
              <a:rPr lang="en-IN" dirty="0"/>
              <a:t>]Ñ </a:t>
            </a:r>
            <a:r>
              <a:rPr lang="en-IN" dirty="0" err="1"/>
              <a:t>SôRu</a:t>
            </a:r>
            <a:r>
              <a:rPr lang="en-IN" dirty="0"/>
              <a:t> </a:t>
            </a:r>
          </a:p>
          <a:p>
            <a:r>
              <a:rPr lang="en-IN" dirty="0"/>
              <a:t>£</a:t>
            </a:r>
            <a:r>
              <a:rPr lang="en-IN" dirty="0" err="1"/>
              <a:t>k§VpúXôd</a:t>
            </a:r>
            <a:r>
              <a:rPr lang="en-IN" dirty="0"/>
              <a:t> </a:t>
            </a:r>
            <a:r>
              <a:rPr lang="en-IN" dirty="0" err="1"/>
              <a:t>úaôWd</a:t>
            </a:r>
            <a:r>
              <a:rPr lang="en-IN" dirty="0"/>
              <a:t> </a:t>
            </a:r>
            <a:r>
              <a:rPr lang="en-IN" dirty="0" err="1"/>
              <a:t>ÏÚN§úX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62587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BBEEA-7315-1709-0298-FAEFA34A8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2B6DCEC-7E8C-6765-52F6-09DF342CEFC7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20AD50-312D-A04F-BB38-45E2EA588EF7}"/>
              </a:ext>
            </a:extLst>
          </p:cNvPr>
          <p:cNvSpPr txBox="1"/>
          <p:nvPr/>
        </p:nvSpPr>
        <p:spPr>
          <a:xfrm>
            <a:off x="0" y="5377730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LiÔ ¿o </a:t>
            </a:r>
            <a:r>
              <a:rPr lang="en-IN" dirty="0" err="1"/>
              <a:t>RôrYW</a:t>
            </a:r>
            <a:r>
              <a:rPr lang="en-IN" dirty="0"/>
              <a:t> </a:t>
            </a:r>
            <a:r>
              <a:rPr lang="en-IN" dirty="0" err="1"/>
              <a:t>LiP</a:t>
            </a:r>
            <a:r>
              <a:rPr lang="en-IN" dirty="0"/>
              <a:t> ©</a:t>
            </a:r>
            <a:r>
              <a:rPr lang="en-IN" dirty="0" err="1"/>
              <a:t>uàm</a:t>
            </a:r>
            <a:r>
              <a:rPr lang="en-IN" dirty="0"/>
              <a:t> </a:t>
            </a:r>
            <a:r>
              <a:rPr lang="en-IN" dirty="0" err="1"/>
              <a:t>Guù</a:t>
            </a:r>
            <a:r>
              <a:rPr lang="en-IN" dirty="0"/>
              <a:t>\ </a:t>
            </a:r>
          </a:p>
          <a:p>
            <a:r>
              <a:rPr lang="en-IN" dirty="0"/>
              <a:t>LiÔ ¿o </a:t>
            </a:r>
            <a:r>
              <a:rPr lang="en-IN" dirty="0" err="1"/>
              <a:t>ÕPlT</a:t>
            </a:r>
            <a:r>
              <a:rPr lang="en-IN" dirty="0"/>
              <a:t>]</a:t>
            </a:r>
            <a:r>
              <a:rPr lang="en-IN" dirty="0" err="1"/>
              <a:t>ôn</a:t>
            </a:r>
            <a:r>
              <a:rPr lang="en-IN" dirty="0"/>
              <a:t> ¿ </a:t>
            </a:r>
            <a:r>
              <a:rPr lang="en-IN" dirty="0" err="1"/>
              <a:t>U¬fÑ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4797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D2D7D-D97E-0232-21FC-531D397F0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45A3864-419E-99F0-03E9-A93F887534C8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0872AE-9444-3FAE-E33E-50A47DC4B27F}"/>
              </a:ext>
            </a:extLst>
          </p:cNvPr>
          <p:cNvSpPr txBox="1"/>
          <p:nvPr/>
        </p:nvSpPr>
        <p:spPr>
          <a:xfrm>
            <a:off x="-1" y="5373629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§</a:t>
            </a:r>
            <a:r>
              <a:rPr lang="en-IN" dirty="0" err="1"/>
              <a:t>ÚdLWm</a:t>
            </a:r>
            <a:r>
              <a:rPr lang="en-IN" dirty="0"/>
              <a:t> ¿h¥ </a:t>
            </a:r>
            <a:r>
              <a:rPr lang="en-IN" dirty="0" err="1"/>
              <a:t>Guù</a:t>
            </a:r>
            <a:r>
              <a:rPr lang="en-IN" dirty="0"/>
              <a:t>] AQfN</a:t>
            </a:r>
          </a:p>
          <a:p>
            <a:r>
              <a:rPr lang="en-IN" dirty="0"/>
              <a:t>B </a:t>
            </a:r>
            <a:r>
              <a:rPr lang="en-IN" dirty="0" err="1"/>
              <a:t>ULô</a:t>
            </a:r>
            <a:r>
              <a:rPr lang="en-IN" dirty="0"/>
              <a:t> </a:t>
            </a:r>
            <a:r>
              <a:rPr lang="en-IN" dirty="0" err="1"/>
              <a:t>vúSLjûR</a:t>
            </a:r>
            <a:r>
              <a:rPr lang="en-IN" dirty="0"/>
              <a:t> </a:t>
            </a:r>
            <a:r>
              <a:rPr lang="en-IN" dirty="0" err="1"/>
              <a:t>Yo¦dÏYôu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23531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42F43-919F-3468-A48D-2FD7B5701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42B6249-9069-C620-A863-82FFA7D8B883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1C2063-98B2-665F-BF45-42F610AAC738}"/>
              </a:ext>
            </a:extLst>
          </p:cNvPr>
          <p:cNvSpPr txBox="1"/>
          <p:nvPr/>
        </p:nvSpPr>
        <p:spPr>
          <a:xfrm>
            <a:off x="0" y="5377728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B«Wm</a:t>
            </a:r>
            <a:r>
              <a:rPr lang="en-IN" dirty="0"/>
              <a:t> </a:t>
            </a:r>
            <a:r>
              <a:rPr lang="en-IN" dirty="0" err="1"/>
              <a:t>SôÜLs</a:t>
            </a:r>
            <a:r>
              <a:rPr lang="en-IN" dirty="0"/>
              <a:t> </a:t>
            </a:r>
            <a:r>
              <a:rPr lang="en-IN" dirty="0" err="1"/>
              <a:t>U§VôL«pXô</a:t>
            </a:r>
            <a:r>
              <a:rPr lang="en-IN" dirty="0"/>
              <a:t> </a:t>
            </a:r>
          </a:p>
          <a:p>
            <a:r>
              <a:rPr lang="en-IN" dirty="0" err="1"/>
              <a:t>GeMù</a:t>
            </a:r>
            <a:r>
              <a:rPr lang="en-IN" dirty="0"/>
              <a:t>] U\</a:t>
            </a:r>
            <a:r>
              <a:rPr lang="en-IN" dirty="0" err="1"/>
              <a:t>dÏm</a:t>
            </a:r>
            <a:r>
              <a:rPr lang="en-IN" dirty="0"/>
              <a:t> </a:t>
            </a:r>
            <a:r>
              <a:rPr lang="en-IN" dirty="0" err="1"/>
              <a:t>Oô</a:t>
            </a:r>
            <a:r>
              <a:rPr lang="en-IN" dirty="0"/>
              <a:t>] </a:t>
            </a:r>
            <a:r>
              <a:rPr lang="en-IN" dirty="0" err="1"/>
              <a:t>Yôú</a:t>
            </a:r>
            <a:r>
              <a:rPr lang="en-IN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878461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1487</TotalTime>
  <Words>124</Words>
  <Application>Microsoft Office PowerPoint</Application>
  <PresentationFormat>Widescreen</PresentationFormat>
  <Paragraphs>14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ETZC Media</cp:lastModifiedBy>
  <cp:revision>61</cp:revision>
  <dcterms:created xsi:type="dcterms:W3CDTF">2019-11-02T16:27:41Z</dcterms:created>
  <dcterms:modified xsi:type="dcterms:W3CDTF">2026-02-01T10:07:11Z</dcterms:modified>
</cp:coreProperties>
</file>
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65FD9-A811-A179-33D9-375D1B9FC703}"/>
              </a:ext>
            </a:extLst>
          </p:cNvPr>
          <p:cNvSpPr txBox="1"/>
          <p:nvPr/>
        </p:nvSpPr>
        <p:spPr>
          <a:xfrm>
            <a:off x="-1" y="538901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ÏÚùNÓjùRu</a:t>
            </a:r>
            <a:r>
              <a:rPr lang="en-IN" dirty="0"/>
              <a:t> </a:t>
            </a:r>
            <a:r>
              <a:rPr lang="en-IN" dirty="0" err="1"/>
              <a:t>úVÑ®ù</a:t>
            </a:r>
            <a:r>
              <a:rPr lang="en-IN" dirty="0"/>
              <a:t>] </a:t>
            </a:r>
          </a:p>
          <a:p>
            <a:r>
              <a:rPr lang="en-IN" dirty="0" err="1"/>
              <a:t>AàLªdÏm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Ak§Vm</a:t>
            </a:r>
            <a:r>
              <a:rPr lang="en-IN" dirty="0"/>
              <a:t> </a:t>
            </a:r>
            <a:r>
              <a:rPr lang="en-IN" dirty="0" err="1"/>
              <a:t>YúW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05195-AF90-44EC-BC05-E3C5782D0E31}"/>
              </a:ext>
            </a:extLst>
          </p:cNvPr>
          <p:cNvSpPr txBox="1"/>
          <p:nvPr/>
        </p:nvSpPr>
        <p:spPr>
          <a:xfrm>
            <a:off x="0" y="53818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öTôWeMs</a:t>
            </a:r>
            <a:r>
              <a:rPr lang="en-IN" dirty="0"/>
              <a:t> </a:t>
            </a:r>
            <a:r>
              <a:rPr lang="en-IN" dirty="0" err="1"/>
              <a:t>úS¬ÓmúTôs</a:t>
            </a:r>
            <a:r>
              <a:rPr lang="en-IN" dirty="0"/>
              <a:t> </a:t>
            </a:r>
          </a:p>
          <a:p>
            <a:r>
              <a:rPr lang="en-IN" dirty="0" err="1"/>
              <a:t>LWeM</a:t>
            </a:r>
            <a:r>
              <a:rPr lang="en-IN" dirty="0"/>
              <a:t>[</a:t>
            </a:r>
            <a:r>
              <a:rPr lang="en-IN" dirty="0" err="1"/>
              <a:t>ôp</a:t>
            </a:r>
            <a:r>
              <a:rPr lang="en-IN" dirty="0"/>
              <a:t> </a:t>
            </a:r>
            <a:r>
              <a:rPr lang="en-IN" dirty="0" err="1"/>
              <a:t>Rôe¢ÓÖ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5E57D9-32A2-D68E-7E26-157614431970}"/>
              </a:ext>
            </a:extLst>
          </p:cNvPr>
          <p:cNvSpPr txBox="1"/>
          <p:nvPr/>
        </p:nvSpPr>
        <p:spPr>
          <a:xfrm>
            <a:off x="-1" y="537772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UWQj§u</a:t>
            </a:r>
            <a:r>
              <a:rPr lang="en-IN" dirty="0"/>
              <a:t> </a:t>
            </a:r>
            <a:r>
              <a:rPr lang="en-IN" dirty="0" err="1"/>
              <a:t>RôrYWV§ÛùUuù</a:t>
            </a:r>
            <a:r>
              <a:rPr lang="en-IN" dirty="0"/>
              <a:t>] </a:t>
            </a:r>
          </a:p>
          <a:p>
            <a:r>
              <a:rPr lang="en-IN" dirty="0"/>
              <a:t>©¬</a:t>
            </a:r>
            <a:r>
              <a:rPr lang="en-IN" dirty="0" err="1"/>
              <a:t>VôjR</a:t>
            </a:r>
            <a:r>
              <a:rPr lang="en-IN" dirty="0"/>
              <a:t> </a:t>
            </a:r>
            <a:r>
              <a:rPr lang="en-IN" dirty="0" err="1"/>
              <a:t>UôÕoV</a:t>
            </a:r>
            <a:r>
              <a:rPr lang="en-IN" dirty="0"/>
              <a:t> </a:t>
            </a:r>
            <a:r>
              <a:rPr lang="en-IN" dirty="0" err="1"/>
              <a:t>SpX</a:t>
            </a:r>
            <a:r>
              <a:rPr lang="en-IN" dirty="0"/>
              <a:t> ^¡</a:t>
            </a:r>
            <a:r>
              <a:rPr lang="en-IN" dirty="0" err="1"/>
              <a:t>Rôu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2A3BA-6119-9D7C-68F8-20B6C9DFB266}"/>
              </a:ext>
            </a:extLst>
          </p:cNvPr>
          <p:cNvSpPr txBox="1"/>
          <p:nvPr/>
        </p:nvSpPr>
        <p:spPr>
          <a:xfrm>
            <a:off x="0" y="538901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AùY</a:t>
            </a:r>
            <a:r>
              <a:rPr lang="en-IN" dirty="0"/>
              <a:t>]</a:t>
            </a:r>
            <a:r>
              <a:rPr lang="en-IN" dirty="0" err="1"/>
              <a:t>uù</a:t>
            </a:r>
            <a:r>
              <a:rPr lang="en-IN" dirty="0"/>
              <a:t>] </a:t>
            </a:r>
            <a:r>
              <a:rPr lang="en-IN" dirty="0" err="1"/>
              <a:t>V±g¤ÓkÖ</a:t>
            </a:r>
            <a:r>
              <a:rPr lang="en-IN" dirty="0"/>
              <a:t> </a:t>
            </a:r>
          </a:p>
          <a:p>
            <a:r>
              <a:rPr lang="en-IN" dirty="0"/>
              <a:t>AY²«p </a:t>
            </a:r>
            <a:r>
              <a:rPr lang="en-IN" dirty="0" err="1"/>
              <a:t>LÚ§ÓkÖ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8ACAD-BF59-2326-97C8-C19311C5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43B803-9B96-2136-BA4D-B461AC26A90A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E591B-555A-890C-9C07-D265E1815EAB}"/>
              </a:ext>
            </a:extLst>
          </p:cNvPr>
          <p:cNvSpPr txBox="1"/>
          <p:nvPr/>
        </p:nvSpPr>
        <p:spPr>
          <a:xfrm>
            <a:off x="0" y="538901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BYvV</a:t>
            </a:r>
            <a:r>
              <a:rPr lang="en-IN" dirty="0"/>
              <a:t> </a:t>
            </a:r>
            <a:r>
              <a:rPr lang="en-IN" dirty="0" err="1"/>
              <a:t>öTôWeM</a:t>
            </a:r>
            <a:r>
              <a:rPr lang="en-IN" dirty="0"/>
              <a:t>[</a:t>
            </a:r>
            <a:r>
              <a:rPr lang="en-IN" dirty="0" err="1"/>
              <a:t>Qg¤Óm</a:t>
            </a:r>
            <a:r>
              <a:rPr lang="en-IN" dirty="0"/>
              <a:t> </a:t>
            </a:r>
            <a:r>
              <a:rPr lang="en-IN" dirty="0" err="1"/>
              <a:t>úTôs</a:t>
            </a:r>
            <a:r>
              <a:rPr lang="en-IN" dirty="0"/>
              <a:t> </a:t>
            </a:r>
          </a:p>
          <a:p>
            <a:r>
              <a:rPr lang="en-IN" dirty="0" err="1"/>
              <a:t>AYXmTôn</a:t>
            </a:r>
            <a:r>
              <a:rPr lang="en-IN" dirty="0"/>
              <a:t> G²dúLÑ </a:t>
            </a:r>
            <a:r>
              <a:rPr lang="en-IN" dirty="0" err="1"/>
              <a:t>Uôj</a:t>
            </a:r>
            <a:r>
              <a:rPr lang="en-IN" dirty="0"/>
              <a:t>\</a:t>
            </a:r>
            <a:r>
              <a:rPr lang="en-IN" dirty="0" err="1"/>
              <a:t>Uôm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58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EFFBA-9968-AB84-7918-56D614B0D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B9BC3C-7972-E291-7DB5-08FA5729031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CED8C-5352-F58F-32E5-2BB97382B21D}"/>
              </a:ext>
            </a:extLst>
          </p:cNvPr>
          <p:cNvSpPr txBox="1"/>
          <p:nvPr/>
        </p:nvSpPr>
        <p:spPr>
          <a:xfrm>
            <a:off x="0" y="53818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Uô±Óm</a:t>
            </a:r>
            <a:r>
              <a:rPr lang="en-IN" dirty="0"/>
              <a:t> </a:t>
            </a:r>
            <a:r>
              <a:rPr lang="en-IN" dirty="0" err="1"/>
              <a:t>Uà`ùWpXôm</a:t>
            </a:r>
            <a:r>
              <a:rPr lang="en-IN" dirty="0"/>
              <a:t> </a:t>
            </a:r>
          </a:p>
          <a:p>
            <a:r>
              <a:rPr lang="pl-PL" dirty="0"/>
              <a:t>U\k¨Óm vú]¶RÚm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663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CB684-4F8A-C857-6D1C-1B3286C8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FE2101-0075-A464-7C03-B7AE640D7C4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54B30-5277-6EA7-1FC4-D9D1C9A19B2C}"/>
              </a:ext>
            </a:extLst>
          </p:cNvPr>
          <p:cNvSpPr txBox="1"/>
          <p:nvPr/>
        </p:nvSpPr>
        <p:spPr>
          <a:xfrm>
            <a:off x="0" y="538901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Uôt</a:t>
            </a:r>
            <a:r>
              <a:rPr lang="en-IN" dirty="0"/>
              <a:t>\ª</a:t>
            </a:r>
            <a:r>
              <a:rPr lang="en-IN" dirty="0" err="1"/>
              <a:t>pXôRYu</a:t>
            </a:r>
            <a:r>
              <a:rPr lang="en-IN" dirty="0"/>
              <a:t>. Gu </a:t>
            </a:r>
            <a:r>
              <a:rPr lang="en-IN" dirty="0" err="1"/>
              <a:t>UôàúYp</a:t>
            </a:r>
            <a:r>
              <a:rPr lang="en-IN" dirty="0"/>
              <a:t> </a:t>
            </a:r>
          </a:p>
          <a:p>
            <a:r>
              <a:rPr lang="en-IN" dirty="0" err="1"/>
              <a:t>U¡ûU«p</a:t>
            </a:r>
            <a:r>
              <a:rPr lang="en-IN" dirty="0"/>
              <a:t> </a:t>
            </a:r>
            <a:r>
              <a:rPr lang="en-IN" dirty="0" err="1"/>
              <a:t>YôÝkÕ</a:t>
            </a:r>
            <a:r>
              <a:rPr lang="en-IN" dirty="0"/>
              <a:t> CkÖùU²dLôn</a:t>
            </a:r>
          </a:p>
        </p:txBody>
      </p:sp>
    </p:spTree>
    <p:extLst>
      <p:ext uri="{BB962C8B-B14F-4D97-AF65-F5344CB8AC3E}">
        <p14:creationId xmlns:p14="http://schemas.microsoft.com/office/powerpoint/2010/main" val="421210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B069-60B9-63A2-46FE-14402FAB7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F313DE-185D-DF5C-A53E-B3D7C1CAE93E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D799A-5366-0018-2FC2-898B47760459}"/>
              </a:ext>
            </a:extLst>
          </p:cNvPr>
          <p:cNvSpPr txBox="1"/>
          <p:nvPr/>
        </p:nvSpPr>
        <p:spPr>
          <a:xfrm>
            <a:off x="0" y="538182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¾ùWQm </a:t>
            </a:r>
            <a:r>
              <a:rPr lang="en-IN" dirty="0" err="1"/>
              <a:t>Tô¬ùXu</a:t>
            </a:r>
            <a:r>
              <a:rPr lang="en-IN" dirty="0"/>
              <a:t> </a:t>
            </a:r>
            <a:r>
              <a:rPr lang="en-IN" dirty="0" err="1"/>
              <a:t>Sôs</a:t>
            </a:r>
            <a:r>
              <a:rPr lang="en-IN" dirty="0"/>
              <a:t> </a:t>
            </a:r>
          </a:p>
          <a:p>
            <a:r>
              <a:rPr lang="en-IN" dirty="0"/>
              <a:t>§Ú </a:t>
            </a:r>
            <a:r>
              <a:rPr lang="en-IN" dirty="0" err="1"/>
              <a:t>TôR</a:t>
            </a:r>
            <a:r>
              <a:rPr lang="en-IN" dirty="0"/>
              <a:t> </a:t>
            </a:r>
            <a:r>
              <a:rPr lang="en-IN" dirty="0" err="1"/>
              <a:t>ú^YVRôp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8781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1A99F-DB96-E2A4-3A70-3F25E01A2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4DC524-DAD5-8413-4E2D-738DB695095A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D7149-7421-26CE-1868-78634802F259}"/>
              </a:ext>
            </a:extLst>
          </p:cNvPr>
          <p:cNvSpPr txBox="1"/>
          <p:nvPr/>
        </p:nvSpPr>
        <p:spPr>
          <a:xfrm>
            <a:off x="0" y="53777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úNÚmOôu</a:t>
            </a:r>
            <a:r>
              <a:rPr lang="en-IN" dirty="0"/>
              <a:t> </a:t>
            </a:r>
            <a:r>
              <a:rPr lang="en-IN" dirty="0" err="1"/>
              <a:t>JÓ®p</a:t>
            </a:r>
            <a:r>
              <a:rPr lang="en-IN" dirty="0"/>
              <a:t> Gu </a:t>
            </a:r>
            <a:r>
              <a:rPr lang="en-IN" dirty="0" err="1"/>
              <a:t>l±Vu</a:t>
            </a:r>
            <a:r>
              <a:rPr lang="en-IN" dirty="0"/>
              <a:t>]</a:t>
            </a:r>
            <a:r>
              <a:rPr lang="en-IN" dirty="0" err="1"/>
              <a:t>Ú¡p</a:t>
            </a:r>
            <a:r>
              <a:rPr lang="en-IN" dirty="0"/>
              <a:t> </a:t>
            </a:r>
          </a:p>
          <a:p>
            <a:r>
              <a:rPr lang="en-IN" dirty="0" err="1"/>
              <a:t>AÚUúVôúPÑ</a:t>
            </a:r>
            <a:r>
              <a:rPr lang="en-IN" dirty="0"/>
              <a:t> </a:t>
            </a:r>
            <a:r>
              <a:rPr lang="en-IN" dirty="0" err="1"/>
              <a:t>Guù</a:t>
            </a:r>
            <a:r>
              <a:rPr lang="en-IN" dirty="0"/>
              <a:t>] </a:t>
            </a:r>
            <a:r>
              <a:rPr lang="en-IN" dirty="0" err="1"/>
              <a:t>Uôù</a:t>
            </a:r>
            <a:r>
              <a:rPr lang="en-IN" dirty="0"/>
              <a:t>\</a:t>
            </a:r>
            <a:r>
              <a:rPr lang="en-IN" dirty="0" err="1"/>
              <a:t>ôPQdÏm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2980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1517</TotalTime>
  <Words>118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2026-03-01T07:27:49Z</dcterms:modified>
</cp:coreProperties>
</file>
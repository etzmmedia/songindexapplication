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2" r:id="rId3"/>
    <p:sldId id="394" r:id="rId4"/>
    <p:sldId id="396" r:id="rId5"/>
    <p:sldId id="39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undo custSel addSld delSld modSld">
      <pc:chgData name="ETZC Media" userId="05f0189a5894c19d" providerId="LiveId" clId="{74A74B86-AB48-4D11-ACCF-EA0EDB4FDC3C}" dt="2026-04-12T10:01:59.058" v="80" actId="255"/>
      <pc:docMkLst>
        <pc:docMk/>
      </pc:docMkLst>
      <pc:sldChg chg="modSp mod">
        <pc:chgData name="ETZC Media" userId="05f0189a5894c19d" providerId="LiveId" clId="{74A74B86-AB48-4D11-ACCF-EA0EDB4FDC3C}" dt="2026-04-12T10:01:59.058" v="80" actId="255"/>
        <pc:sldMkLst>
          <pc:docMk/>
          <pc:sldMk cId="850099564" sldId="390"/>
        </pc:sldMkLst>
        <pc:spChg chg="mod">
          <ac:chgData name="ETZC Media" userId="05f0189a5894c19d" providerId="LiveId" clId="{74A74B86-AB48-4D11-ACCF-EA0EDB4FDC3C}" dt="2026-04-12T10:01:59.058" v="80" actId="255"/>
          <ac:spMkLst>
            <pc:docMk/>
            <pc:sldMk cId="850099564" sldId="390"/>
            <ac:spMk id="5" creationId="{1CAE0232-9BD0-C146-6338-ECC2356953DB}"/>
          </ac:spMkLst>
        </pc:spChg>
      </pc:sldChg>
      <pc:sldChg chg="delSp modSp del mod">
        <pc:chgData name="ETZC Media" userId="05f0189a5894c19d" providerId="LiveId" clId="{74A74B86-AB48-4D11-ACCF-EA0EDB4FDC3C}" dt="2026-04-12T09:54:39.093" v="5" actId="47"/>
        <pc:sldMkLst>
          <pc:docMk/>
          <pc:sldMk cId="944968354" sldId="391"/>
        </pc:sldMkLst>
        <pc:spChg chg="del mod">
          <ac:chgData name="ETZC Media" userId="05f0189a5894c19d" providerId="LiveId" clId="{74A74B86-AB48-4D11-ACCF-EA0EDB4FDC3C}" dt="2026-04-12T09:54:37.448" v="4"/>
          <ac:spMkLst>
            <pc:docMk/>
            <pc:sldMk cId="944968354" sldId="391"/>
            <ac:spMk id="3" creationId="{4F97FE0F-8C7C-22B4-9E8A-F1664870883A}"/>
          </ac:spMkLst>
        </pc:spChg>
      </pc:sldChg>
      <pc:sldChg chg="modSp mod">
        <pc:chgData name="ETZC Media" userId="05f0189a5894c19d" providerId="LiveId" clId="{74A74B86-AB48-4D11-ACCF-EA0EDB4FDC3C}" dt="2026-04-12T09:55:28.064" v="25" actId="1036"/>
        <pc:sldMkLst>
          <pc:docMk/>
          <pc:sldMk cId="1414681237" sldId="392"/>
        </pc:sldMkLst>
        <pc:spChg chg="mod">
          <ac:chgData name="ETZC Media" userId="05f0189a5894c19d" providerId="LiveId" clId="{74A74B86-AB48-4D11-ACCF-EA0EDB4FDC3C}" dt="2026-04-12T09:55:28.064" v="25" actId="1036"/>
          <ac:spMkLst>
            <pc:docMk/>
            <pc:sldMk cId="1414681237" sldId="392"/>
            <ac:spMk id="3" creationId="{3FC1827A-C7A2-4D96-7ADD-AD30A5B9AA40}"/>
          </ac:spMkLst>
        </pc:spChg>
      </pc:sldChg>
      <pc:sldChg chg="delSp modSp del mod">
        <pc:chgData name="ETZC Media" userId="05f0189a5894c19d" providerId="LiveId" clId="{74A74B86-AB48-4D11-ACCF-EA0EDB4FDC3C}" dt="2026-04-12T09:55:33.348" v="26" actId="47"/>
        <pc:sldMkLst>
          <pc:docMk/>
          <pc:sldMk cId="4103851070" sldId="393"/>
        </pc:sldMkLst>
        <pc:spChg chg="del mod">
          <ac:chgData name="ETZC Media" userId="05f0189a5894c19d" providerId="LiveId" clId="{74A74B86-AB48-4D11-ACCF-EA0EDB4FDC3C}" dt="2026-04-12T09:55:06.581" v="13"/>
          <ac:spMkLst>
            <pc:docMk/>
            <pc:sldMk cId="4103851070" sldId="393"/>
            <ac:spMk id="3" creationId="{EF6074FF-CE2C-19FC-798E-BDFCD04ADEE8}"/>
          </ac:spMkLst>
        </pc:spChg>
      </pc:sldChg>
      <pc:sldChg chg="modSp mod">
        <pc:chgData name="ETZC Media" userId="05f0189a5894c19d" providerId="LiveId" clId="{74A74B86-AB48-4D11-ACCF-EA0EDB4FDC3C}" dt="2026-04-12T09:57:10.790" v="43" actId="1036"/>
        <pc:sldMkLst>
          <pc:docMk/>
          <pc:sldMk cId="2142343619" sldId="394"/>
        </pc:sldMkLst>
        <pc:spChg chg="mod">
          <ac:chgData name="ETZC Media" userId="05f0189a5894c19d" providerId="LiveId" clId="{74A74B86-AB48-4D11-ACCF-EA0EDB4FDC3C}" dt="2026-04-12T09:57:10.790" v="43" actId="1036"/>
          <ac:spMkLst>
            <pc:docMk/>
            <pc:sldMk cId="2142343619" sldId="394"/>
            <ac:spMk id="3" creationId="{5AB184FA-35F9-AE4C-8258-94D1521FD6DE}"/>
          </ac:spMkLst>
        </pc:spChg>
      </pc:sldChg>
      <pc:sldChg chg="delSp modSp del mod">
        <pc:chgData name="ETZC Media" userId="05f0189a5894c19d" providerId="LiveId" clId="{74A74B86-AB48-4D11-ACCF-EA0EDB4FDC3C}" dt="2026-04-12T09:57:16.522" v="44" actId="47"/>
        <pc:sldMkLst>
          <pc:docMk/>
          <pc:sldMk cId="357529331" sldId="395"/>
        </pc:sldMkLst>
        <pc:spChg chg="del mod">
          <ac:chgData name="ETZC Media" userId="05f0189a5894c19d" providerId="LiveId" clId="{74A74B86-AB48-4D11-ACCF-EA0EDB4FDC3C}" dt="2026-04-12T09:56:50.941" v="31"/>
          <ac:spMkLst>
            <pc:docMk/>
            <pc:sldMk cId="357529331" sldId="395"/>
            <ac:spMk id="3" creationId="{CA8648E0-A8CE-09AC-F655-B1A255882E40}"/>
          </ac:spMkLst>
        </pc:spChg>
      </pc:sldChg>
      <pc:sldChg chg="modSp mod">
        <pc:chgData name="ETZC Media" userId="05f0189a5894c19d" providerId="LiveId" clId="{74A74B86-AB48-4D11-ACCF-EA0EDB4FDC3C}" dt="2026-04-12T09:58:07.174" v="61" actId="1035"/>
        <pc:sldMkLst>
          <pc:docMk/>
          <pc:sldMk cId="1119327620" sldId="396"/>
        </pc:sldMkLst>
        <pc:spChg chg="mod">
          <ac:chgData name="ETZC Media" userId="05f0189a5894c19d" providerId="LiveId" clId="{74A74B86-AB48-4D11-ACCF-EA0EDB4FDC3C}" dt="2026-04-12T09:58:07.174" v="61" actId="1035"/>
          <ac:spMkLst>
            <pc:docMk/>
            <pc:sldMk cId="1119327620" sldId="396"/>
            <ac:spMk id="3" creationId="{D967B508-B704-180E-533B-3EEBFDB604D4}"/>
          </ac:spMkLst>
        </pc:spChg>
      </pc:sldChg>
      <pc:sldChg chg="delSp modSp del mod">
        <pc:chgData name="ETZC Media" userId="05f0189a5894c19d" providerId="LiveId" clId="{74A74B86-AB48-4D11-ACCF-EA0EDB4FDC3C}" dt="2026-04-12T09:58:11.704" v="62" actId="47"/>
        <pc:sldMkLst>
          <pc:docMk/>
          <pc:sldMk cId="3282315289" sldId="397"/>
        </pc:sldMkLst>
        <pc:spChg chg="del mod">
          <ac:chgData name="ETZC Media" userId="05f0189a5894c19d" providerId="LiveId" clId="{74A74B86-AB48-4D11-ACCF-EA0EDB4FDC3C}" dt="2026-04-12T09:57:53.680" v="51"/>
          <ac:spMkLst>
            <pc:docMk/>
            <pc:sldMk cId="3282315289" sldId="397"/>
            <ac:spMk id="3" creationId="{6374EC7A-04F0-9AD7-12EB-E80405B21859}"/>
          </ac:spMkLst>
        </pc:spChg>
      </pc:sldChg>
      <pc:sldChg chg="modSp mod">
        <pc:chgData name="ETZC Media" userId="05f0189a5894c19d" providerId="LiveId" clId="{74A74B86-AB48-4D11-ACCF-EA0EDB4FDC3C}" dt="2026-04-12T09:58:51.110" v="78" actId="255"/>
        <pc:sldMkLst>
          <pc:docMk/>
          <pc:sldMk cId="2237439492" sldId="398"/>
        </pc:sldMkLst>
        <pc:spChg chg="mod">
          <ac:chgData name="ETZC Media" userId="05f0189a5894c19d" providerId="LiveId" clId="{74A74B86-AB48-4D11-ACCF-EA0EDB4FDC3C}" dt="2026-04-12T09:58:51.110" v="78" actId="255"/>
          <ac:spMkLst>
            <pc:docMk/>
            <pc:sldMk cId="2237439492" sldId="398"/>
            <ac:spMk id="3" creationId="{7FA5073D-4F5C-92E6-07A1-51C70318AB93}"/>
          </ac:spMkLst>
        </pc:spChg>
      </pc:sldChg>
      <pc:sldChg chg="delSp modSp del mod">
        <pc:chgData name="ETZC Media" userId="05f0189a5894c19d" providerId="LiveId" clId="{74A74B86-AB48-4D11-ACCF-EA0EDB4FDC3C}" dt="2026-04-12T09:58:56.476" v="79" actId="47"/>
        <pc:sldMkLst>
          <pc:docMk/>
          <pc:sldMk cId="1294990488" sldId="399"/>
        </pc:sldMkLst>
        <pc:spChg chg="del mod">
          <ac:chgData name="ETZC Media" userId="05f0189a5894c19d" providerId="LiveId" clId="{74A74B86-AB48-4D11-ACCF-EA0EDB4FDC3C}" dt="2026-04-12T09:58:28.182" v="71"/>
          <ac:spMkLst>
            <pc:docMk/>
            <pc:sldMk cId="1294990488" sldId="399"/>
            <ac:spMk id="3" creationId="{205E5AE4-AC2F-57D3-AB3A-7BB75673DCD7}"/>
          </ac:spMkLst>
        </pc:spChg>
      </pc:sldChg>
      <pc:sldChg chg="new del">
        <pc:chgData name="ETZC Media" userId="05f0189a5894c19d" providerId="LiveId" clId="{74A74B86-AB48-4D11-ACCF-EA0EDB4FDC3C}" dt="2026-04-12T09:56:54.302" v="33" actId="680"/>
        <pc:sldMkLst>
          <pc:docMk/>
          <pc:sldMk cId="861476772" sldId="40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AE0232-9BD0-C146-6338-ECC2356953DB}"/>
              </a:ext>
            </a:extLst>
          </p:cNvPr>
          <p:cNvSpPr txBox="1"/>
          <p:nvPr/>
        </p:nvSpPr>
        <p:spPr>
          <a:xfrm>
            <a:off x="-1" y="537772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t-BR" sz="4300" dirty="0"/>
              <a:t>Ak§VLôX A©ú`Lm </a:t>
            </a:r>
            <a:r>
              <a:rPr lang="en-IN" sz="4300" dirty="0"/>
              <a:t>NLX _]</a:t>
            </a:r>
            <a:r>
              <a:rPr lang="en-IN" sz="4300" dirty="0" err="1"/>
              <a:t>j§u</a:t>
            </a:r>
            <a:r>
              <a:rPr lang="en-IN" sz="4300" dirty="0"/>
              <a:t> </a:t>
            </a:r>
            <a:r>
              <a:rPr lang="en-IN" sz="4300" dirty="0" err="1"/>
              <a:t>úUÛm</a:t>
            </a:r>
            <a:endParaRPr lang="en-IN" sz="4300" dirty="0"/>
          </a:p>
          <a:p>
            <a:r>
              <a:rPr lang="en-IN" sz="4300" dirty="0" err="1"/>
              <a:t>ùLônjLôX</a:t>
            </a:r>
            <a:r>
              <a:rPr lang="en-IN" sz="4300" dirty="0"/>
              <a:t> </a:t>
            </a:r>
            <a:r>
              <a:rPr lang="en-IN" sz="4300" dirty="0" err="1"/>
              <a:t>NUVUpúXô</a:t>
            </a:r>
            <a:r>
              <a:rPr lang="en-IN" sz="4300" dirty="0"/>
              <a:t> </a:t>
            </a:r>
            <a:r>
              <a:rPr lang="en-IN" sz="4300" dirty="0" err="1"/>
              <a:t>BjUô®p</a:t>
            </a:r>
            <a:r>
              <a:rPr lang="en-IN" sz="4300" dirty="0"/>
              <a:t> ¨û\</a:t>
            </a:r>
            <a:r>
              <a:rPr lang="en-IN" sz="4300" dirty="0" err="1"/>
              <a:t>dúLQúU</a:t>
            </a:r>
            <a:endParaRPr lang="en-IN" sz="4300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1827A-C7A2-4D96-7ADD-AD30A5B9AA40}"/>
              </a:ext>
            </a:extLst>
          </p:cNvPr>
          <p:cNvSpPr txBox="1"/>
          <p:nvPr/>
        </p:nvSpPr>
        <p:spPr>
          <a:xfrm>
            <a:off x="0" y="5400308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000" dirty="0"/>
              <a:t>¾ </a:t>
            </a:r>
            <a:r>
              <a:rPr lang="en-IN" sz="4000" dirty="0" err="1"/>
              <a:t>úTôX</a:t>
            </a:r>
            <a:r>
              <a:rPr lang="en-IN" sz="4000" dirty="0"/>
              <a:t> C\</a:t>
            </a:r>
            <a:r>
              <a:rPr lang="en-IN" sz="4000" dirty="0" err="1"/>
              <a:t>eúLQúU</a:t>
            </a:r>
            <a:r>
              <a:rPr lang="en-IN" sz="4000" dirty="0"/>
              <a:t> Ad² </a:t>
            </a:r>
            <a:r>
              <a:rPr lang="en-IN" sz="4000" dirty="0" err="1"/>
              <a:t>SôYôn</a:t>
            </a:r>
            <a:r>
              <a:rPr lang="en-IN" sz="4000" dirty="0"/>
              <a:t> </a:t>
            </a:r>
            <a:r>
              <a:rPr lang="en-IN" sz="4000" dirty="0" err="1"/>
              <a:t>T§VQúU</a:t>
            </a:r>
            <a:endParaRPr lang="en-IN" sz="4000" dirty="0"/>
          </a:p>
          <a:p>
            <a:r>
              <a:rPr lang="en-IN" sz="4000" dirty="0" err="1"/>
              <a:t>ùLôÓeLôhPôn</a:t>
            </a:r>
            <a:r>
              <a:rPr lang="en-IN" sz="4000" dirty="0"/>
              <a:t> </a:t>
            </a:r>
            <a:r>
              <a:rPr lang="en-IN" sz="4000" dirty="0" err="1"/>
              <a:t>ÅúNQúU</a:t>
            </a:r>
            <a:r>
              <a:rPr lang="en-IN" sz="4000" dirty="0"/>
              <a:t> </a:t>
            </a:r>
            <a:r>
              <a:rPr lang="en-IN" sz="4000" dirty="0" err="1"/>
              <a:t>BjU</a:t>
            </a:r>
            <a:r>
              <a:rPr lang="en-IN" sz="4000" dirty="0"/>
              <a:t> </a:t>
            </a:r>
            <a:r>
              <a:rPr lang="en-IN" sz="4000" dirty="0" err="1"/>
              <a:t>S§Vôn</a:t>
            </a:r>
            <a:r>
              <a:rPr lang="en-IN" sz="4000" dirty="0"/>
              <a:t> </a:t>
            </a:r>
            <a:r>
              <a:rPr lang="en-IN" sz="4000" dirty="0" err="1"/>
              <a:t>JÝúLQúU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35401-BF32-8FE8-4AD0-6D645EBF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7C16B4-E8F2-2CFF-5285-B154E8068F0E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B184FA-35F9-AE4C-8258-94D1521FD6DE}"/>
              </a:ext>
            </a:extLst>
          </p:cNvPr>
          <p:cNvSpPr txBox="1"/>
          <p:nvPr/>
        </p:nvSpPr>
        <p:spPr>
          <a:xfrm>
            <a:off x="-1" y="5407493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000" dirty="0" err="1"/>
              <a:t>Av§ÙúP</a:t>
            </a:r>
            <a:r>
              <a:rPr lang="en-IN" sz="4000" dirty="0"/>
              <a:t> </a:t>
            </a:r>
            <a:r>
              <a:rPr lang="en-IN" sz="4000" dirty="0" err="1"/>
              <a:t>RôrYW«p</a:t>
            </a:r>
            <a:r>
              <a:rPr lang="en-IN" sz="4000" dirty="0"/>
              <a:t> JÚ ûN²VjúR </a:t>
            </a:r>
            <a:r>
              <a:rPr lang="en-IN" sz="4000" dirty="0" err="1"/>
              <a:t>Oôu</a:t>
            </a:r>
            <a:r>
              <a:rPr lang="en-IN" sz="4000" dirty="0"/>
              <a:t> </a:t>
            </a:r>
            <a:r>
              <a:rPr lang="en-IN" sz="4000" dirty="0" err="1"/>
              <a:t>LôÔkÕ</a:t>
            </a:r>
            <a:endParaRPr lang="en-IN" sz="4000" dirty="0"/>
          </a:p>
          <a:p>
            <a:r>
              <a:rPr lang="en-IN" sz="4000" dirty="0" err="1"/>
              <a:t>A§LôWm</a:t>
            </a:r>
            <a:r>
              <a:rPr lang="en-IN" sz="4000" dirty="0"/>
              <a:t> </a:t>
            </a:r>
            <a:r>
              <a:rPr lang="en-IN" sz="4000" dirty="0" err="1"/>
              <a:t>TLúWQúU</a:t>
            </a:r>
            <a:r>
              <a:rPr lang="en-IN" sz="4000" dirty="0"/>
              <a:t> C² </a:t>
            </a:r>
            <a:r>
              <a:rPr lang="en-IN" sz="4000" dirty="0" err="1"/>
              <a:t>BjUô®p</a:t>
            </a:r>
            <a:r>
              <a:rPr lang="en-IN" sz="4000" dirty="0"/>
              <a:t> ©</a:t>
            </a:r>
            <a:r>
              <a:rPr lang="en-IN" sz="4000" dirty="0" err="1"/>
              <a:t>WY¡f£Pôu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142343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3A14-D9D4-726D-FF14-BBA0288F7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6D88B5-2CD6-3CF7-DB23-34B2615665C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7B508-B704-180E-533B-3EEBFDB604D4}"/>
              </a:ext>
            </a:extLst>
          </p:cNvPr>
          <p:cNvSpPr txBox="1"/>
          <p:nvPr/>
        </p:nvSpPr>
        <p:spPr>
          <a:xfrm>
            <a:off x="-1" y="5407491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000" dirty="0" err="1"/>
              <a:t>LoúU</a:t>
            </a:r>
            <a:r>
              <a:rPr lang="en-IN" sz="4000" dirty="0" err="1">
                <a:latin typeface="Tamil Bible" pitchFamily="2" charset="0"/>
              </a:rPr>
              <a:t>yp</a:t>
            </a:r>
            <a:r>
              <a:rPr lang="en-IN" sz="4000" dirty="0" err="1"/>
              <a:t>úX</a:t>
            </a:r>
            <a:r>
              <a:rPr lang="en-IN" sz="4000" dirty="0"/>
              <a:t> ©\</a:t>
            </a:r>
            <a:r>
              <a:rPr lang="en-IN" sz="4000" dirty="0" err="1"/>
              <a:t>ôtRû</a:t>
            </a:r>
            <a:r>
              <a:rPr lang="en-IN" sz="4000" dirty="0"/>
              <a:t>]«p JÚ </a:t>
            </a:r>
            <a:r>
              <a:rPr lang="en-IN" sz="4000" dirty="0" err="1"/>
              <a:t>ûLúULm</a:t>
            </a:r>
            <a:r>
              <a:rPr lang="en-IN" sz="4000" dirty="0"/>
              <a:t> </a:t>
            </a:r>
            <a:r>
              <a:rPr lang="en-IN" sz="4000" dirty="0" err="1"/>
              <a:t>Oôu</a:t>
            </a:r>
            <a:r>
              <a:rPr lang="en-IN" sz="4000" dirty="0"/>
              <a:t> </a:t>
            </a:r>
            <a:r>
              <a:rPr lang="en-IN" sz="4000" dirty="0" err="1"/>
              <a:t>LôÔkÕ</a:t>
            </a:r>
            <a:endParaRPr lang="en-IN" sz="4000" dirty="0"/>
          </a:p>
          <a:p>
            <a:r>
              <a:rPr lang="en-IN" sz="4000" dirty="0" err="1"/>
              <a:t>BLô</a:t>
            </a:r>
            <a:r>
              <a:rPr lang="en-IN" sz="4000" dirty="0"/>
              <a:t>× ®û\</a:t>
            </a:r>
            <a:r>
              <a:rPr lang="en-IN" sz="4000" dirty="0" err="1"/>
              <a:t>fN</a:t>
            </a:r>
            <a:r>
              <a:rPr lang="en-IN" sz="4000" dirty="0"/>
              <a:t> </a:t>
            </a:r>
            <a:r>
              <a:rPr lang="en-IN" sz="4000" dirty="0" err="1"/>
              <a:t>úTôúX</a:t>
            </a:r>
            <a:r>
              <a:rPr lang="en-IN" sz="4000" dirty="0"/>
              <a:t> Ad² </a:t>
            </a:r>
            <a:r>
              <a:rPr lang="en-IN" sz="4000" dirty="0" err="1"/>
              <a:t>UûZVôn</a:t>
            </a:r>
            <a:r>
              <a:rPr lang="en-IN" sz="4000" dirty="0"/>
              <a:t> </a:t>
            </a:r>
            <a:r>
              <a:rPr lang="en-IN" sz="4000" dirty="0" err="1"/>
              <a:t>ùTnúVQúU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119327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1EE88-ED1D-60E2-1C39-76908EBFC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798EA31-C2A5-2855-FC75-AD7D5F1699B0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5073D-4F5C-92E6-07A1-51C70318AB93}"/>
              </a:ext>
            </a:extLst>
          </p:cNvPr>
          <p:cNvSpPr txBox="1"/>
          <p:nvPr/>
        </p:nvSpPr>
        <p:spPr>
          <a:xfrm>
            <a:off x="0" y="537362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300" dirty="0"/>
              <a:t>º]ô« </a:t>
            </a:r>
            <a:r>
              <a:rPr lang="en-IN" sz="4300" dirty="0" err="1"/>
              <a:t>UXØLp</a:t>
            </a:r>
            <a:r>
              <a:rPr lang="en-IN" sz="4300" dirty="0"/>
              <a:t> JÚ ¾ </a:t>
            </a:r>
            <a:r>
              <a:rPr lang="en-IN" sz="4300" dirty="0" err="1"/>
              <a:t>ËYôX</a:t>
            </a:r>
            <a:r>
              <a:rPr lang="en-IN" sz="4300" dirty="0"/>
              <a:t> </a:t>
            </a:r>
            <a:r>
              <a:rPr lang="en-IN" sz="4300" dirty="0" err="1"/>
              <a:t>Oôu</a:t>
            </a:r>
            <a:r>
              <a:rPr lang="en-IN" sz="4300" dirty="0"/>
              <a:t> </a:t>
            </a:r>
            <a:r>
              <a:rPr lang="en-IN" sz="4300" dirty="0" err="1"/>
              <a:t>LôÔkÕ</a:t>
            </a:r>
            <a:endParaRPr lang="en-IN" sz="4300" dirty="0"/>
          </a:p>
          <a:p>
            <a:r>
              <a:rPr lang="en-IN" sz="4300" dirty="0" err="1"/>
              <a:t>CvWôúVu</a:t>
            </a:r>
            <a:r>
              <a:rPr lang="en-IN" sz="4300" dirty="0"/>
              <a:t> </a:t>
            </a:r>
            <a:r>
              <a:rPr lang="en-IN" sz="4300" dirty="0" err="1"/>
              <a:t>ùRnYúU</a:t>
            </a:r>
            <a:r>
              <a:rPr lang="en-IN" sz="4300" dirty="0"/>
              <a:t> B ¾ùVuúUp C\</a:t>
            </a:r>
            <a:r>
              <a:rPr lang="en-IN" sz="4300" dirty="0" err="1"/>
              <a:t>eúLQúU</a:t>
            </a:r>
            <a:endParaRPr lang="en-IN" sz="4300" dirty="0"/>
          </a:p>
        </p:txBody>
      </p:sp>
    </p:spTree>
    <p:extLst>
      <p:ext uri="{BB962C8B-B14F-4D97-AF65-F5344CB8AC3E}">
        <p14:creationId xmlns:p14="http://schemas.microsoft.com/office/powerpoint/2010/main" val="2237439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1525</TotalTime>
  <Words>101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2026-04-12T10:02:03Z</dcterms:modified>
</cp:coreProperties>
</file>
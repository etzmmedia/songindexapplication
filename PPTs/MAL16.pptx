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2-15T00:54:33.647" v="6" actId="20577"/>
      <pc:docMkLst>
        <pc:docMk/>
      </pc:docMkLst>
      <pc:sldChg chg="modSp mod">
        <pc:chgData name="ETZC Media" userId="05f0189a5894c19d" providerId="LiveId" clId="{74A74B86-AB48-4D11-ACCF-EA0EDB4FDC3C}" dt="2026-02-15T00:53:36.137" v="4" actId="1035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2-15T00:53:36.137" v="4" actId="1035"/>
          <ac:spMkLst>
            <pc:docMk/>
            <pc:sldMk cId="944968354" sldId="391"/>
            <ac:spMk id="3" creationId="{353ACEA2-AB62-DB87-3F4D-9CD2E5E8F45A}"/>
          </ac:spMkLst>
        </pc:spChg>
      </pc:sldChg>
      <pc:sldChg chg="modSp mod">
        <pc:chgData name="ETZC Media" userId="05f0189a5894c19d" providerId="LiveId" clId="{74A74B86-AB48-4D11-ACCF-EA0EDB4FDC3C}" dt="2026-02-15T00:54:33.647" v="6" actId="20577"/>
        <pc:sldMkLst>
          <pc:docMk/>
          <pc:sldMk cId="2239295587" sldId="399"/>
        </pc:sldMkLst>
        <pc:spChg chg="mod">
          <ac:chgData name="ETZC Media" userId="05f0189a5894c19d" providerId="LiveId" clId="{74A74B86-AB48-4D11-ACCF-EA0EDB4FDC3C}" dt="2026-02-15T00:54:33.647" v="6" actId="20577"/>
          <ac:spMkLst>
            <pc:docMk/>
            <pc:sldMk cId="2239295587" sldId="399"/>
            <ac:spMk id="3" creationId="{117199BA-EF51-5EE6-30E5-4E05BBA399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15-02-2026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E2821-1441-EC20-5F5D-1B2A4E21AA4F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G²dLôn </a:t>
            </a:r>
            <a:r>
              <a:rPr lang="en-IN" dirty="0" err="1"/>
              <a:t>LÚRô</a:t>
            </a:r>
            <a:r>
              <a:rPr lang="en-IN" dirty="0"/>
              <a:t> </a:t>
            </a:r>
            <a:r>
              <a:rPr lang="en-IN" dirty="0" err="1"/>
              <a:t>ùUkÖWfN</a:t>
            </a:r>
            <a:r>
              <a:rPr lang="en-IN" dirty="0"/>
              <a:t> </a:t>
            </a:r>
            <a:r>
              <a:rPr lang="en-IN" dirty="0" err="1"/>
              <a:t>SôRô</a:t>
            </a:r>
            <a:r>
              <a:rPr lang="en-IN" dirty="0"/>
              <a:t> </a:t>
            </a:r>
          </a:p>
          <a:p>
            <a:r>
              <a:rPr lang="en-IN" dirty="0"/>
              <a:t>G²d </a:t>
            </a:r>
            <a:r>
              <a:rPr lang="en-IN" dirty="0" err="1"/>
              <a:t>ùLôhÓm</a:t>
            </a:r>
            <a:r>
              <a:rPr lang="en-IN" dirty="0"/>
              <a:t> </a:t>
            </a:r>
            <a:r>
              <a:rPr lang="en-IN" dirty="0" err="1"/>
              <a:t>TVªpûX</a:t>
            </a:r>
            <a:r>
              <a:rPr lang="en-IN" dirty="0"/>
              <a:t> ¨û]</a:t>
            </a:r>
            <a:r>
              <a:rPr lang="en-IN" dirty="0" err="1"/>
              <a:t>f£ÓmúTôs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ACEA2-AB62-DB87-3F4D-9CD2E5E8F45A}"/>
              </a:ext>
            </a:extLst>
          </p:cNvPr>
          <p:cNvSpPr txBox="1"/>
          <p:nvPr/>
        </p:nvSpPr>
        <p:spPr>
          <a:xfrm>
            <a:off x="-1" y="53664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G²dLôn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LÚÕYôu</a:t>
            </a:r>
            <a:r>
              <a:rPr lang="en-IN" dirty="0"/>
              <a:t> </a:t>
            </a:r>
            <a:r>
              <a:rPr lang="en-IN" dirty="0" err="1"/>
              <a:t>CLj§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púX</a:t>
            </a:r>
            <a:r>
              <a:rPr lang="en-IN" dirty="0"/>
              <a:t> - </a:t>
            </a:r>
            <a:r>
              <a:rPr lang="en-IN" dirty="0" err="1"/>
              <a:t>JkÖm</a:t>
            </a:r>
            <a:r>
              <a:rPr lang="en-IN" dirty="0"/>
              <a:t> </a:t>
            </a:r>
          </a:p>
          <a:p>
            <a:r>
              <a:rPr lang="en-IN" dirty="0" err="1"/>
              <a:t>ÑUjÕkùSu</a:t>
            </a:r>
            <a:r>
              <a:rPr lang="en-IN" dirty="0"/>
              <a:t> </a:t>
            </a:r>
            <a:r>
              <a:rPr lang="en-IN" dirty="0" err="1"/>
              <a:t>TôWùUpXôm</a:t>
            </a:r>
            <a:r>
              <a:rPr lang="en-IN" dirty="0"/>
              <a:t> </a:t>
            </a:r>
            <a:r>
              <a:rPr lang="en-IN" dirty="0" err="1"/>
              <a:t>SôRô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\ </a:t>
            </a:r>
            <a:r>
              <a:rPr lang="en-IN" dirty="0" err="1"/>
              <a:t>úUp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5D063-404E-9DF9-1CA9-ED8DDE8CA84F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TzQªpXôúR</a:t>
            </a:r>
            <a:r>
              <a:rPr lang="en-IN" dirty="0"/>
              <a:t> </a:t>
            </a:r>
            <a:r>
              <a:rPr lang="en-IN" dirty="0" err="1"/>
              <a:t>Yô</a:t>
            </a:r>
            <a:r>
              <a:rPr lang="en-IN" dirty="0"/>
              <a:t>¥ </a:t>
            </a:r>
            <a:r>
              <a:rPr lang="en-IN" dirty="0" err="1"/>
              <a:t>ÏZg¤ÓmúTôs</a:t>
            </a:r>
            <a:r>
              <a:rPr lang="en-IN" dirty="0"/>
              <a:t> </a:t>
            </a:r>
          </a:p>
          <a:p>
            <a:r>
              <a:rPr lang="en-IN" dirty="0" err="1"/>
              <a:t>AhNVUôn</a:t>
            </a:r>
            <a:r>
              <a:rPr lang="en-IN" dirty="0"/>
              <a:t> </a:t>
            </a:r>
            <a:r>
              <a:rPr lang="en-IN" dirty="0" err="1"/>
              <a:t>LôdLLs</a:t>
            </a:r>
            <a:r>
              <a:rPr lang="en-IN" dirty="0"/>
              <a:t> Gu </a:t>
            </a:r>
            <a:r>
              <a:rPr lang="en-IN" dirty="0" err="1"/>
              <a:t>AÚ¡p</a:t>
            </a:r>
            <a:r>
              <a:rPr lang="en-IN" dirty="0"/>
              <a:t> </a:t>
            </a:r>
            <a:r>
              <a:rPr lang="en-IN" dirty="0" err="1"/>
              <a:t>YÚm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9FB8D-11E7-E427-ECFF-A2FA635437F7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AlTØm</a:t>
            </a:r>
            <a:r>
              <a:rPr lang="en-IN" dirty="0"/>
              <a:t> C\</a:t>
            </a:r>
            <a:r>
              <a:rPr lang="en-IN" dirty="0" err="1"/>
              <a:t>f£Ùm</a:t>
            </a:r>
            <a:r>
              <a:rPr lang="en-IN" dirty="0"/>
              <a:t> </a:t>
            </a:r>
            <a:r>
              <a:rPr lang="en-IN" dirty="0" err="1"/>
              <a:t>LWj§p</a:t>
            </a:r>
            <a:r>
              <a:rPr lang="en-IN" dirty="0"/>
              <a:t> </a:t>
            </a:r>
            <a:r>
              <a:rPr lang="en-IN" dirty="0" err="1"/>
              <a:t>RÚm</a:t>
            </a:r>
            <a:r>
              <a:rPr lang="en-IN" dirty="0"/>
              <a:t> - ËY </a:t>
            </a:r>
          </a:p>
          <a:p>
            <a:r>
              <a:rPr lang="en-IN" dirty="0"/>
              <a:t>E\</a:t>
            </a:r>
            <a:r>
              <a:rPr lang="en-IN" dirty="0" err="1"/>
              <a:t>ûY</a:t>
            </a:r>
            <a:r>
              <a:rPr lang="en-IN" dirty="0"/>
              <a:t>«] úRôùP²dÏ </a:t>
            </a:r>
            <a:r>
              <a:rPr lang="en-IN" dirty="0" err="1"/>
              <a:t>RôLm</a:t>
            </a:r>
            <a:r>
              <a:rPr lang="en-IN" dirty="0"/>
              <a:t> ¾oj§Óm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0440-55EC-CDF1-37CE-9B7B2E5E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E9E2F5-8D92-5D75-A257-667FA155178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9D0CD-F5E1-1E51-0E5E-BD49525212F0}"/>
              </a:ext>
            </a:extLst>
          </p:cNvPr>
          <p:cNvSpPr txBox="1"/>
          <p:nvPr/>
        </p:nvSpPr>
        <p:spPr>
          <a:xfrm>
            <a:off x="0" y="53736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NjÚ À§ úLhÓ SÓe¢¥Ûm </a:t>
            </a:r>
          </a:p>
          <a:p>
            <a:r>
              <a:rPr lang="en-IN" dirty="0" err="1"/>
              <a:t>ãWfùN</a:t>
            </a:r>
            <a:r>
              <a:rPr lang="en-IN" dirty="0"/>
              <a:t>¥ </a:t>
            </a:r>
            <a:r>
              <a:rPr lang="en-IN" dirty="0" err="1"/>
              <a:t>RQ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E\e¢¥</a:t>
            </a:r>
            <a:r>
              <a:rPr lang="en-IN" dirty="0" err="1"/>
              <a:t>Ûm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99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F4C8C-7D44-600E-BC96-67138167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783546-2C51-D62C-10C4-650E812016E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54101-E106-2106-07DC-89BEE4A5D3C8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YkÖQoj§j</a:t>
            </a:r>
            <a:r>
              <a:rPr lang="en-IN" dirty="0"/>
              <a:t> </a:t>
            </a:r>
            <a:r>
              <a:rPr lang="en-IN" dirty="0" err="1"/>
              <a:t>RÚm</a:t>
            </a:r>
            <a:r>
              <a:rPr lang="en-IN" dirty="0"/>
              <a:t> </a:t>
            </a:r>
            <a:r>
              <a:rPr lang="en-IN" dirty="0" err="1"/>
              <a:t>çRo</a:t>
            </a:r>
            <a:r>
              <a:rPr lang="en-IN" dirty="0"/>
              <a:t> L]XPLs - </a:t>
            </a:r>
            <a:r>
              <a:rPr lang="en-IN" dirty="0" err="1"/>
              <a:t>RkÖ</a:t>
            </a:r>
            <a:r>
              <a:rPr lang="en-IN" dirty="0"/>
              <a:t> </a:t>
            </a:r>
          </a:p>
          <a:p>
            <a:r>
              <a:rPr lang="en-IN" dirty="0"/>
              <a:t>§</a:t>
            </a:r>
            <a:r>
              <a:rPr lang="en-IN" dirty="0" err="1"/>
              <a:t>ÚlRWôd</a:t>
            </a:r>
            <a:r>
              <a:rPr lang="en-IN" dirty="0"/>
              <a:t>¡ </a:t>
            </a:r>
            <a:r>
              <a:rPr lang="en-IN" dirty="0" err="1"/>
              <a:t>SPj§Óm</a:t>
            </a:r>
            <a:r>
              <a:rPr lang="en-IN" dirty="0"/>
              <a:t> §]k§]</a:t>
            </a:r>
            <a:r>
              <a:rPr lang="en-IN" dirty="0" err="1"/>
              <a:t>Uôn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803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4D8F-E27C-021E-DAA3-3A69DB9D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1FD17F-732E-9FEA-3856-FD81F0E5E14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0D4C0-FC3A-632A-0286-B87750E61496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bôUúUtß</a:t>
            </a:r>
            <a:r>
              <a:rPr lang="en-IN" dirty="0"/>
              <a:t> N\</a:t>
            </a:r>
            <a:r>
              <a:rPr lang="en-IN" dirty="0" err="1"/>
              <a:t>ôlRô«p</a:t>
            </a:r>
            <a:r>
              <a:rPr lang="en-IN" dirty="0"/>
              <a:t> </a:t>
            </a:r>
            <a:r>
              <a:rPr lang="en-IN" dirty="0" err="1"/>
              <a:t>úNok</a:t>
            </a:r>
            <a:r>
              <a:rPr lang="en-IN" dirty="0"/>
              <a:t>¨¥</a:t>
            </a:r>
            <a:r>
              <a:rPr lang="en-IN" dirty="0" err="1"/>
              <a:t>Ûm</a:t>
            </a:r>
            <a:r>
              <a:rPr lang="en-IN" dirty="0"/>
              <a:t> </a:t>
            </a:r>
          </a:p>
          <a:p>
            <a:r>
              <a:rPr lang="en-IN" dirty="0" err="1"/>
              <a:t>U¬dÏYôu</a:t>
            </a:r>
            <a:r>
              <a:rPr lang="en-IN" dirty="0"/>
              <a:t> </a:t>
            </a:r>
            <a:r>
              <a:rPr lang="en-IN" dirty="0" err="1"/>
              <a:t>JÚdLUôn</a:t>
            </a:r>
            <a:r>
              <a:rPr lang="en-IN" dirty="0"/>
              <a:t> </a:t>
            </a:r>
            <a:r>
              <a:rPr lang="en-IN" dirty="0" err="1"/>
              <a:t>CÚk</a:t>
            </a:r>
            <a:r>
              <a:rPr lang="en-IN" dirty="0"/>
              <a:t>¨¥</a:t>
            </a:r>
            <a:r>
              <a:rPr lang="en-IN" dirty="0" err="1"/>
              <a:t>Ûm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589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CA8C1-E375-5B23-3141-16A3EC56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CA6136-098A-A82F-D748-619D94BD187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739BE-9597-17A1-4921-E820E29F2CD1}"/>
              </a:ext>
            </a:extLst>
          </p:cNvPr>
          <p:cNvSpPr txBox="1"/>
          <p:nvPr/>
        </p:nvSpPr>
        <p:spPr>
          <a:xfrm>
            <a:off x="0" y="537772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LXj§ùX</a:t>
            </a:r>
            <a:r>
              <a:rPr lang="en-IN" dirty="0"/>
              <a:t> </a:t>
            </a:r>
            <a:r>
              <a:rPr lang="en-IN" dirty="0" err="1"/>
              <a:t>UôÜ</a:t>
            </a:r>
            <a:r>
              <a:rPr lang="en-IN" dirty="0"/>
              <a:t> </a:t>
            </a:r>
            <a:r>
              <a:rPr lang="en-IN" dirty="0" err="1"/>
              <a:t>úXNm</a:t>
            </a:r>
            <a:r>
              <a:rPr lang="en-IN" dirty="0"/>
              <a:t> Ï\</a:t>
            </a:r>
            <a:r>
              <a:rPr lang="en-IN" dirty="0" err="1"/>
              <a:t>Ùk¨pXô-Guú</a:t>
            </a:r>
            <a:r>
              <a:rPr lang="en-IN" dirty="0"/>
              <a:t>\ </a:t>
            </a:r>
          </a:p>
          <a:p>
            <a:r>
              <a:rPr lang="en-IN" dirty="0" err="1"/>
              <a:t>LXNj§ùXu</a:t>
            </a:r>
            <a:r>
              <a:rPr lang="en-IN" dirty="0"/>
              <a:t>] </a:t>
            </a:r>
            <a:r>
              <a:rPr lang="en-IN" dirty="0" err="1"/>
              <a:t>L®gùOôÝ¡ÓúU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773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2E93-23C9-18D4-530C-65C874A4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2A5765-06A3-2CC5-6EE1-ED20FA32135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63903-8B98-E785-CCB7-4E989D2A1149}"/>
              </a:ext>
            </a:extLst>
          </p:cNvPr>
          <p:cNvSpPr txBox="1"/>
          <p:nvPr/>
        </p:nvSpPr>
        <p:spPr>
          <a:xfrm>
            <a:off x="-1" y="53705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LôdLLú</a:t>
            </a:r>
            <a:r>
              <a:rPr lang="en-IN" dirty="0"/>
              <a:t>[ </a:t>
            </a:r>
            <a:r>
              <a:rPr lang="en-IN" dirty="0" err="1"/>
              <a:t>úSôd¡Ó®u</a:t>
            </a:r>
            <a:r>
              <a:rPr lang="en-IN" dirty="0"/>
              <a:t> ®</a:t>
            </a:r>
            <a:r>
              <a:rPr lang="en-IN" dirty="0" err="1"/>
              <a:t>ûRdÏk¨pXô</a:t>
            </a:r>
            <a:r>
              <a:rPr lang="en-IN" dirty="0"/>
              <a:t> </a:t>
            </a:r>
          </a:p>
          <a:p>
            <a:r>
              <a:rPr lang="en-IN" dirty="0" err="1"/>
              <a:t>ùLônjÕ</a:t>
            </a:r>
            <a:r>
              <a:rPr lang="en-IN" dirty="0"/>
              <a:t> L[</a:t>
            </a:r>
            <a:r>
              <a:rPr lang="en-IN" dirty="0" err="1"/>
              <a:t>l×W</a:t>
            </a:r>
            <a:r>
              <a:rPr lang="en-IN" dirty="0"/>
              <a:t> </a:t>
            </a:r>
            <a:r>
              <a:rPr lang="en-IN" dirty="0" err="1"/>
              <a:t>JkÖm</a:t>
            </a:r>
            <a:r>
              <a:rPr lang="en-IN" dirty="0"/>
              <a:t> ¨û\</a:t>
            </a:r>
            <a:r>
              <a:rPr lang="en-IN" dirty="0" err="1"/>
              <a:t>dÏk¨pXô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0123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E0C2-3AA3-38D2-66BF-CFC2B56CE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A3AEF7-CFD0-7B8A-DA5D-0B05F00978C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199BA-EF51-5EE6-30E5-4E05BBA39969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YVúX</a:t>
            </a:r>
            <a:r>
              <a:rPr lang="en-IN" dirty="0"/>
              <a:t> </a:t>
            </a:r>
            <a:r>
              <a:rPr lang="en-IN" dirty="0" err="1"/>
              <a:t>RôUûWLs</a:t>
            </a:r>
            <a:r>
              <a:rPr lang="en-IN" dirty="0"/>
              <a:t> Y[</a:t>
            </a:r>
            <a:r>
              <a:rPr lang="en-IN" dirty="0" err="1"/>
              <a:t>ÚkSpúXô</a:t>
            </a:r>
            <a:r>
              <a:rPr lang="en-IN" dirty="0"/>
              <a:t> - </a:t>
            </a:r>
            <a:r>
              <a:rPr lang="en-IN" dirty="0" err="1"/>
              <a:t>GkÖm</a:t>
            </a:r>
            <a:r>
              <a:rPr lang="en-IN" dirty="0"/>
              <a:t> </a:t>
            </a:r>
          </a:p>
          <a:p>
            <a:r>
              <a:rPr lang="en-IN" dirty="0" err="1"/>
              <a:t>Yô</a:t>
            </a:r>
            <a:r>
              <a:rPr lang="en-IN" dirty="0"/>
              <a:t>]</a:t>
            </a:r>
            <a:r>
              <a:rPr lang="en-IN" dirty="0" err="1"/>
              <a:t>j§úX</a:t>
            </a:r>
            <a:r>
              <a:rPr lang="en-IN" dirty="0"/>
              <a:t> T\</a:t>
            </a:r>
            <a:r>
              <a:rPr lang="en-IN" dirty="0" err="1"/>
              <a:t>ûYLs</a:t>
            </a:r>
            <a:r>
              <a:rPr lang="en-IN" dirty="0"/>
              <a:t> ×</a:t>
            </a:r>
            <a:r>
              <a:rPr lang="en-IN" dirty="0" err="1"/>
              <a:t>XÚkSpúXô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9295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7854-AFD9-DA1C-508F-791E938A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7DEB04-95A5-1A32-E04D-8A0F502BE0C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44DCD-30B6-5897-36E0-5D7FB9929BAB}"/>
              </a:ext>
            </a:extLst>
          </p:cNvPr>
          <p:cNvSpPr txBox="1"/>
          <p:nvPr/>
        </p:nvSpPr>
        <p:spPr>
          <a:xfrm>
            <a:off x="-1" y="5370539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ùSgNúU</a:t>
            </a:r>
            <a:r>
              <a:rPr lang="en-IN" dirty="0"/>
              <a:t> ¨u </a:t>
            </a:r>
            <a:r>
              <a:rPr lang="en-IN" dirty="0" err="1"/>
              <a:t>NgNXeMs</a:t>
            </a:r>
            <a:r>
              <a:rPr lang="en-IN" dirty="0"/>
              <a:t> </a:t>
            </a:r>
            <a:r>
              <a:rPr lang="en-IN" dirty="0" err="1"/>
              <a:t>JkÖm</a:t>
            </a:r>
            <a:r>
              <a:rPr lang="en-IN" dirty="0"/>
              <a:t> </a:t>
            </a:r>
            <a:r>
              <a:rPr lang="en-IN" dirty="0" err="1"/>
              <a:t>úYiPô</a:t>
            </a:r>
            <a:r>
              <a:rPr lang="en-IN" dirty="0"/>
              <a:t> </a:t>
            </a:r>
          </a:p>
          <a:p>
            <a:r>
              <a:rPr lang="en-IN" dirty="0" err="1"/>
              <a:t>TgN</a:t>
            </a:r>
            <a:r>
              <a:rPr lang="en-IN" dirty="0"/>
              <a:t> Ø± </a:t>
            </a:r>
            <a:r>
              <a:rPr lang="en-IN" dirty="0" err="1"/>
              <a:t>úYt</a:t>
            </a:r>
            <a:r>
              <a:rPr lang="en-IN" dirty="0"/>
              <a:t>\ </a:t>
            </a:r>
            <a:r>
              <a:rPr lang="en-IN" dirty="0" err="1"/>
              <a:t>SôRu</a:t>
            </a:r>
            <a:r>
              <a:rPr lang="en-IN" dirty="0"/>
              <a:t> </a:t>
            </a:r>
            <a:r>
              <a:rPr lang="en-IN" dirty="0" err="1"/>
              <a:t>RgNúU¡Óm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450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B17CA-E5B9-5FB1-1B1D-316CC17D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E12E5E-A4D1-86E5-A8E3-5622CF5A739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2CDD-5C98-818D-3B0A-799BD2D9A921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ÕeLu</a:t>
            </a:r>
            <a:r>
              <a:rPr lang="en-IN" dirty="0"/>
              <a:t> </a:t>
            </a:r>
            <a:r>
              <a:rPr lang="en-IN" dirty="0" err="1"/>
              <a:t>úVÑ</a:t>
            </a:r>
            <a:r>
              <a:rPr lang="en-IN" dirty="0"/>
              <a:t> </a:t>
            </a:r>
            <a:r>
              <a:rPr lang="en-IN" dirty="0" err="1"/>
              <a:t>SôR¬u</a:t>
            </a:r>
            <a:r>
              <a:rPr lang="en-IN" dirty="0"/>
              <a:t> LÚQLs </a:t>
            </a:r>
            <a:r>
              <a:rPr lang="en-IN" dirty="0" err="1"/>
              <a:t>KojÕ</a:t>
            </a:r>
            <a:r>
              <a:rPr lang="en-IN" dirty="0"/>
              <a:t> </a:t>
            </a:r>
            <a:r>
              <a:rPr lang="en-IN" dirty="0" err="1"/>
              <a:t>úUôRôp</a:t>
            </a:r>
            <a:r>
              <a:rPr lang="en-IN" dirty="0"/>
              <a:t> </a:t>
            </a:r>
          </a:p>
          <a:p>
            <a:r>
              <a:rPr lang="en-IN" dirty="0"/>
              <a:t>×g£¬ </a:t>
            </a:r>
            <a:r>
              <a:rPr lang="en-IN" dirty="0" err="1"/>
              <a:t>ç¡ÓL</a:t>
            </a:r>
            <a:r>
              <a:rPr lang="en-IN" dirty="0"/>
              <a:t> ¿ </a:t>
            </a:r>
            <a:r>
              <a:rPr lang="en-IN" dirty="0" err="1"/>
              <a:t>GkÖm</a:t>
            </a:r>
            <a:r>
              <a:rPr lang="en-IN" dirty="0"/>
              <a:t> U]</a:t>
            </a:r>
            <a:r>
              <a:rPr lang="en-IN" dirty="0" err="1"/>
              <a:t>úU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454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Words>210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2026-02-15T00:54:43Z</dcterms:modified>
</cp:coreProperties>
</file>
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90" r:id="rId2"/>
    <p:sldId id="391" r:id="rId3"/>
    <p:sldId id="392" r:id="rId4"/>
    <p:sldId id="393" r:id="rId5"/>
    <p:sldId id="394" r:id="rId6"/>
    <p:sldId id="395" r:id="rId7"/>
    <p:sldId id="396" r:id="rId8"/>
    <p:sldId id="397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00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159" autoAdjust="0"/>
    <p:restoredTop sz="94660"/>
  </p:normalViewPr>
  <p:slideViewPr>
    <p:cSldViewPr snapToGrid="0">
      <p:cViewPr varScale="1">
        <p:scale>
          <a:sx n="85" d="100"/>
          <a:sy n="85" d="100"/>
        </p:scale>
        <p:origin x="210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TZC Media" userId="05f0189a5894c19d" providerId="LiveId" clId="{74A74B86-AB48-4D11-ACCF-EA0EDB4FDC3C}"/>
    <pc:docChg chg="modSld">
      <pc:chgData name="ETZC Media" userId="05f0189a5894c19d" providerId="LiveId" clId="{74A74B86-AB48-4D11-ACCF-EA0EDB4FDC3C}" dt="2026-02-01T10:31:59.395" v="1" actId="20577"/>
      <pc:docMkLst>
        <pc:docMk/>
      </pc:docMkLst>
      <pc:sldChg chg="modSp mod">
        <pc:chgData name="ETZC Media" userId="05f0189a5894c19d" providerId="LiveId" clId="{74A74B86-AB48-4D11-ACCF-EA0EDB4FDC3C}" dt="2026-02-01T10:31:40.373" v="0" actId="20577"/>
        <pc:sldMkLst>
          <pc:docMk/>
          <pc:sldMk cId="4103851070" sldId="393"/>
        </pc:sldMkLst>
        <pc:spChg chg="mod">
          <ac:chgData name="ETZC Media" userId="05f0189a5894c19d" providerId="LiveId" clId="{74A74B86-AB48-4D11-ACCF-EA0EDB4FDC3C}" dt="2026-02-01T10:31:40.373" v="0" actId="20577"/>
          <ac:spMkLst>
            <pc:docMk/>
            <pc:sldMk cId="4103851070" sldId="393"/>
            <ac:spMk id="3" creationId="{EFFD225F-AE08-6AD9-6B2A-662FE61D1FE2}"/>
          </ac:spMkLst>
        </pc:spChg>
      </pc:sldChg>
      <pc:sldChg chg="modSp mod">
        <pc:chgData name="ETZC Media" userId="05f0189a5894c19d" providerId="LiveId" clId="{74A74B86-AB48-4D11-ACCF-EA0EDB4FDC3C}" dt="2026-02-01T10:31:59.395" v="1" actId="20577"/>
        <pc:sldMkLst>
          <pc:docMk/>
          <pc:sldMk cId="2252114218" sldId="397"/>
        </pc:sldMkLst>
        <pc:spChg chg="mod">
          <ac:chgData name="ETZC Media" userId="05f0189a5894c19d" providerId="LiveId" clId="{74A74B86-AB48-4D11-ACCF-EA0EDB4FDC3C}" dt="2026-02-01T10:31:59.395" v="1" actId="20577"/>
          <ac:spMkLst>
            <pc:docMk/>
            <pc:sldMk cId="2252114218" sldId="397"/>
            <ac:spMk id="3" creationId="{14297944-40FB-F9E2-26DB-E7883C2CD5D1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AC3A11-E23C-4C91-9DAA-A7DB6AAC3DD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E9B5FFF-93D6-4781-9A9A-E77BFC633F8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AAF2BD-5705-4D68-A5C3-FBDF01E19A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236BB-53DE-4462-8C4F-7698E6995948}" type="datetimeFigureOut">
              <a:rPr lang="en-IN" smtClean="0"/>
              <a:t>01-02-2026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234289-4247-4A68-84EA-EC9C2AEA21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495B14-B1A5-4B06-999C-C4619E5375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1F3A7-B79A-4B31-A11E-360BB58D73F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970371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C70075-6DF3-4D25-9E98-8EACF14B5F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2316E2-57C7-4969-A937-83683E6C30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7D9A98-C774-4FBA-9E43-97B358F7CE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236BB-53DE-4462-8C4F-7698E6995948}" type="datetimeFigureOut">
              <a:rPr lang="en-IN" smtClean="0"/>
              <a:t>01-02-2026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36B057-DC36-4DB4-9F9E-5DC9B4972B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B40CEF-5B50-4D62-BC0D-17F262FE5C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1F3A7-B79A-4B31-A11E-360BB58D73F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436304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16881E-2714-461B-835E-11CD8C5002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94D953-F5C7-4907-A6A2-7471E14A42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E893CD-3379-413B-83AE-6DB29B4887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236BB-53DE-4462-8C4F-7698E6995948}" type="datetimeFigureOut">
              <a:rPr lang="en-IN" smtClean="0"/>
              <a:t>01-02-2026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0ABBE6-9798-474F-9DC9-5D77484341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C3A9AA-F217-4F8B-8C0B-E5B7013969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1F3A7-B79A-4B31-A11E-360BB58D73F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712546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D30405-2FFA-489F-A091-516DF24854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0E5996-7684-47DE-BDE3-20C0C8B60CA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331D4D6-8CA6-4E29-B0A2-5A5430279F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EE2E4EB-CDF8-4388-977A-A23A1939A6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236BB-53DE-4462-8C4F-7698E6995948}" type="datetimeFigureOut">
              <a:rPr lang="en-IN" smtClean="0"/>
              <a:t>01-02-2026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E91F11-4457-44F1-9D0B-4A80867F9B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70009C-156A-4A7B-A8DC-F6F2F51F68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1F3A7-B79A-4B31-A11E-360BB58D73F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490157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F07BB3-03A9-4EE7-AD64-AA73999550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4D1E44-1CDC-449D-A89A-152A9065ED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781E435-41B5-41EA-A7D5-785856073A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B13068B-395C-41F3-A20A-42C2988BB50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6B5C03A-FC37-4724-94D3-FF914040BED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D3A4CF3-0126-489D-9468-3ACE023F0D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236BB-53DE-4462-8C4F-7698E6995948}" type="datetimeFigureOut">
              <a:rPr lang="en-IN" smtClean="0"/>
              <a:t>01-02-2026</a:t>
            </a:fld>
            <a:endParaRPr lang="en-IN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F95F04B-70AE-4706-816F-C8683A39C7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54D49BD-F5FC-46FB-BADC-70206F6F3C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1F3A7-B79A-4B31-A11E-360BB58D73F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851009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622DF4-5229-4F19-A3B1-B880B83217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CD13378-9289-4C36-A428-FEEA740E0B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236BB-53DE-4462-8C4F-7698E6995948}" type="datetimeFigureOut">
              <a:rPr lang="en-IN" smtClean="0"/>
              <a:t>01-02-2026</a:t>
            </a:fld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FEA3F8A-5715-4096-8B09-8571E71D81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E49E9A8-FE2A-48C4-B526-9F7335E4B5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1F3A7-B79A-4B31-A11E-360BB58D73F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070848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CAF0D03-7706-4581-97C1-2E207305F2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236BB-53DE-4462-8C4F-7698E6995948}" type="datetimeFigureOut">
              <a:rPr lang="en-IN" smtClean="0"/>
              <a:t>01-02-2026</a:t>
            </a:fld>
            <a:endParaRPr lang="en-I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8F9B19E-0D30-4EFF-A3C7-C96D5C712B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E27EFB-7046-405C-A504-222E2576EF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1F3A7-B79A-4B31-A11E-360BB58D73F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427828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91C1B-F111-40C4-BB5A-B74F26EA8E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82226E-20DC-41CA-82F0-B69271F15F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5CF6660-841C-4122-B5A6-7EABEEFDEC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0695D9D-C89E-4F16-A4B4-5AFAF8BF3B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236BB-53DE-4462-8C4F-7698E6995948}" type="datetimeFigureOut">
              <a:rPr lang="en-IN" smtClean="0"/>
              <a:t>01-02-2026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2D250DC-F2F2-406D-AF30-4DE903C904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D4A2D2-6822-432B-90F4-C3F53E78F5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1F3A7-B79A-4B31-A11E-360BB58D73F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585739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A37C8F-DFB1-47D0-8E5D-FAE5A70C7A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B2508E8-6278-4956-AB06-2A8E5315436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6C2D61B-9E44-40C8-B2E0-C367DC8603B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6A4578-BFD2-4435-8311-EACF16FDFC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236BB-53DE-4462-8C4F-7698E6995948}" type="datetimeFigureOut">
              <a:rPr lang="en-IN" smtClean="0"/>
              <a:t>01-02-2026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E966CFB-41AA-4778-9006-DD0F50DD43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C40E51-3D05-4164-8CF6-AC9EFF52C2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1F3A7-B79A-4B31-A11E-360BB58D73F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92954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F41FEB-CA5A-4877-9220-9B3E648EE2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E2450D2-77FC-4EDB-8F1C-1CC3EF4CE8B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8919E6-BAF5-4071-BDB8-629F059E36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236BB-53DE-4462-8C4F-7698E6995948}" type="datetimeFigureOut">
              <a:rPr lang="en-IN" smtClean="0"/>
              <a:t>01-02-2026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BC5F2A-6BC6-4860-8EA2-FE2818A38C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57F6BB-8838-4037-945B-8285D67599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1F3A7-B79A-4B31-A11E-360BB58D73F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549197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B5CB40E-0988-4261-A5D4-A7E976BB5B5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19ED98-8EEA-4753-A678-3844E29679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E4BDA5-045A-447B-842F-2D8D608402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B236BB-53DE-4462-8C4F-7698E6995948}" type="datetimeFigureOut">
              <a:rPr lang="en-IN" smtClean="0"/>
              <a:t>01-02-2026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3BA941-A2D6-42CD-868F-819E4ED6C3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6A5C88-663A-4A01-A873-281DEC6279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01F3A7-B79A-4B31-A11E-360BB58D73F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192157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FF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01418D-3656-4BD6-9DCD-94B00899FE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52415B-FAA0-4266-9239-A964B3E960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5BFE41-C246-42A8-BA06-A34E77CF45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B236BB-53DE-4462-8C4F-7698E6995948}" type="datetimeFigureOut">
              <a:rPr lang="en-IN" smtClean="0"/>
              <a:t>01-02-2026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648419-4B2D-42AB-A087-12306EDEE1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4D8839-BF83-4F9B-B3F0-62E69B3ACCF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01F3A7-B79A-4B31-A11E-360BB58D73F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618309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78BDB258-58CC-44AE-80BE-DB2ADED7CF91}"/>
              </a:ext>
            </a:extLst>
          </p:cNvPr>
          <p:cNvSpPr/>
          <p:nvPr/>
        </p:nvSpPr>
        <p:spPr>
          <a:xfrm>
            <a:off x="0" y="5392855"/>
            <a:ext cx="12192000" cy="1465145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6B6BCCE-0F88-4D4B-331D-16A6888252C4}"/>
              </a:ext>
            </a:extLst>
          </p:cNvPr>
          <p:cNvSpPr txBox="1"/>
          <p:nvPr/>
        </p:nvSpPr>
        <p:spPr>
          <a:xfrm>
            <a:off x="-1" y="5377726"/>
            <a:ext cx="12191999" cy="144655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4400" b="1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mil-049" pitchFamily="2" charset="0"/>
              </a:defRPr>
            </a:lvl1pPr>
          </a:lstStyle>
          <a:p>
            <a:r>
              <a:rPr lang="en-IN" dirty="0"/>
              <a:t>Up©¬</a:t>
            </a:r>
            <a:r>
              <a:rPr lang="en-IN" dirty="0" err="1"/>
              <a:t>Vú</a:t>
            </a:r>
            <a:r>
              <a:rPr lang="en-IN" dirty="0"/>
              <a:t>] Gu </a:t>
            </a:r>
            <a:r>
              <a:rPr lang="en-IN" dirty="0" err="1"/>
              <a:t>CúVÑ</a:t>
            </a:r>
            <a:r>
              <a:rPr lang="en-IN" dirty="0"/>
              <a:t> </a:t>
            </a:r>
            <a:r>
              <a:rPr lang="en-IN" dirty="0" err="1"/>
              <a:t>SôVLú</a:t>
            </a:r>
            <a:r>
              <a:rPr lang="en-IN" dirty="0"/>
              <a:t>] </a:t>
            </a:r>
            <a:r>
              <a:rPr lang="en-IN" dirty="0" err="1"/>
              <a:t>GlúTôs</a:t>
            </a:r>
            <a:r>
              <a:rPr lang="en-IN" dirty="0"/>
              <a:t> </a:t>
            </a:r>
            <a:r>
              <a:rPr lang="en-IN" dirty="0" err="1"/>
              <a:t>YÚm</a:t>
            </a:r>
            <a:r>
              <a:rPr lang="en-IN" dirty="0"/>
              <a:t> </a:t>
            </a:r>
          </a:p>
          <a:p>
            <a:r>
              <a:rPr lang="it-IT" dirty="0"/>
              <a:t>Gu Li½o ÕPf£ÓYôu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500995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78BDB258-58CC-44AE-80BE-DB2ADED7CF91}"/>
              </a:ext>
            </a:extLst>
          </p:cNvPr>
          <p:cNvSpPr/>
          <p:nvPr/>
        </p:nvSpPr>
        <p:spPr>
          <a:xfrm>
            <a:off x="0" y="5392855"/>
            <a:ext cx="12192000" cy="1465145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875104A-9EE7-5863-8309-821E12FA151D}"/>
              </a:ext>
            </a:extLst>
          </p:cNvPr>
          <p:cNvSpPr txBox="1"/>
          <p:nvPr/>
        </p:nvSpPr>
        <p:spPr>
          <a:xfrm>
            <a:off x="0" y="5377726"/>
            <a:ext cx="12192000" cy="144655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4400" b="1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mil-049" pitchFamily="2" charset="0"/>
              </a:defRPr>
            </a:lvl1pPr>
          </a:lstStyle>
          <a:p>
            <a:r>
              <a:rPr lang="en-IN" dirty="0" err="1"/>
              <a:t>AeúMúV</a:t>
            </a:r>
            <a:r>
              <a:rPr lang="en-IN" dirty="0"/>
              <a:t> BvúY³lTôu </a:t>
            </a:r>
          </a:p>
          <a:p>
            <a:r>
              <a:rPr lang="en-IN" dirty="0"/>
              <a:t>Gu </a:t>
            </a:r>
            <a:r>
              <a:rPr lang="en-IN" dirty="0" err="1"/>
              <a:t>CúVÑúY</a:t>
            </a:r>
            <a:r>
              <a:rPr lang="en-IN" dirty="0"/>
              <a:t> </a:t>
            </a:r>
            <a:r>
              <a:rPr lang="en-IN" dirty="0" err="1"/>
              <a:t>Yô</a:t>
            </a:r>
            <a:r>
              <a:rPr lang="en-IN" dirty="0"/>
              <a:t>]</a:t>
            </a:r>
            <a:r>
              <a:rPr lang="en-IN" dirty="0" err="1"/>
              <a:t>úUúLúYLm</a:t>
            </a:r>
            <a:r>
              <a:rPr lang="en-IN" dirty="0"/>
              <a:t> </a:t>
            </a:r>
            <a:r>
              <a:rPr lang="en-IN" dirty="0" err="1"/>
              <a:t>Yk¨PúQ</a:t>
            </a:r>
            <a:r>
              <a:rPr lang="en-IN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9449683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78BDB258-58CC-44AE-80BE-DB2ADED7CF91}"/>
              </a:ext>
            </a:extLst>
          </p:cNvPr>
          <p:cNvSpPr/>
          <p:nvPr/>
        </p:nvSpPr>
        <p:spPr>
          <a:xfrm>
            <a:off x="0" y="5392855"/>
            <a:ext cx="12192000" cy="1465145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5DE656D-CC67-7705-CF0F-CF46001A4BCD}"/>
              </a:ext>
            </a:extLst>
          </p:cNvPr>
          <p:cNvSpPr txBox="1"/>
          <p:nvPr/>
        </p:nvSpPr>
        <p:spPr>
          <a:xfrm>
            <a:off x="0" y="5370538"/>
            <a:ext cx="12192000" cy="1384995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4400" b="1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mil-049" pitchFamily="2" charset="0"/>
              </a:defRPr>
            </a:lvl1pPr>
          </a:lstStyle>
          <a:p>
            <a:r>
              <a:rPr lang="en-IN" sz="4200" dirty="0" err="1"/>
              <a:t>Uj§VôLôúN</a:t>
            </a:r>
            <a:r>
              <a:rPr lang="en-IN" sz="4200" dirty="0"/>
              <a:t> </a:t>
            </a:r>
            <a:r>
              <a:rPr lang="en-IN" sz="4200" dirty="0" err="1"/>
              <a:t>ùNôod¡V</a:t>
            </a:r>
            <a:r>
              <a:rPr lang="en-IN" sz="4200" dirty="0"/>
              <a:t> </a:t>
            </a:r>
            <a:r>
              <a:rPr lang="en-IN" sz="4200" dirty="0" err="1"/>
              <a:t>çRÚUôn</a:t>
            </a:r>
            <a:r>
              <a:rPr lang="en-IN" sz="4200" dirty="0"/>
              <a:t> </a:t>
            </a:r>
            <a:r>
              <a:rPr lang="en-IN" sz="4200" dirty="0" err="1"/>
              <a:t>Yk¨Óm</a:t>
            </a:r>
            <a:r>
              <a:rPr lang="en-IN" sz="4200" dirty="0"/>
              <a:t> </a:t>
            </a:r>
            <a:r>
              <a:rPr lang="en-IN" sz="4200" dirty="0" err="1"/>
              <a:t>úTôs</a:t>
            </a:r>
            <a:r>
              <a:rPr lang="en-IN" sz="4200" dirty="0"/>
              <a:t> </a:t>
            </a:r>
          </a:p>
          <a:p>
            <a:r>
              <a:rPr lang="en-IN" sz="4200" dirty="0"/>
              <a:t>G²dLôn </a:t>
            </a:r>
            <a:r>
              <a:rPr lang="en-IN" sz="4200" dirty="0" err="1"/>
              <a:t>Ø±úYt</a:t>
            </a:r>
            <a:r>
              <a:rPr lang="en-IN" sz="4200" dirty="0"/>
              <a:t>\ </a:t>
            </a:r>
            <a:r>
              <a:rPr lang="en-IN" sz="4200" dirty="0" err="1"/>
              <a:t>Rôm</a:t>
            </a:r>
            <a:r>
              <a:rPr lang="en-IN" sz="4200" dirty="0"/>
              <a:t> B </a:t>
            </a:r>
            <a:r>
              <a:rPr lang="en-IN" sz="4200" dirty="0" err="1"/>
              <a:t>ùTôu</a:t>
            </a:r>
            <a:r>
              <a:rPr lang="en-IN" sz="4200" dirty="0"/>
              <a:t> </a:t>
            </a:r>
            <a:r>
              <a:rPr lang="en-IN" sz="4200" dirty="0" err="1"/>
              <a:t>ØLm</a:t>
            </a:r>
            <a:r>
              <a:rPr lang="en-IN" sz="4200" dirty="0"/>
              <a:t> </a:t>
            </a:r>
            <a:r>
              <a:rPr lang="en-IN" sz="4200" dirty="0" err="1"/>
              <a:t>ØjÕYôu</a:t>
            </a:r>
            <a:r>
              <a:rPr lang="en-IN" sz="42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4146812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78BDB258-58CC-44AE-80BE-DB2ADED7CF91}"/>
              </a:ext>
            </a:extLst>
          </p:cNvPr>
          <p:cNvSpPr/>
          <p:nvPr/>
        </p:nvSpPr>
        <p:spPr>
          <a:xfrm>
            <a:off x="0" y="5392855"/>
            <a:ext cx="12192000" cy="1465145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FFD225F-AE08-6AD9-6B2A-662FE61D1FE2}"/>
              </a:ext>
            </a:extLst>
          </p:cNvPr>
          <p:cNvSpPr txBox="1"/>
          <p:nvPr/>
        </p:nvSpPr>
        <p:spPr>
          <a:xfrm>
            <a:off x="0" y="5369467"/>
            <a:ext cx="12192000" cy="1384995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4200" b="1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mil-049" pitchFamily="2" charset="0"/>
              </a:defRPr>
            </a:lvl1pPr>
          </a:lstStyle>
          <a:p>
            <a:r>
              <a:rPr lang="en-IN" dirty="0" err="1"/>
              <a:t>ùYs</a:t>
            </a:r>
            <a:r>
              <a:rPr lang="en-IN" dirty="0"/>
              <a:t>[j§]</a:t>
            </a:r>
            <a:r>
              <a:rPr lang="en-IN" dirty="0" err="1"/>
              <a:t>ôn</a:t>
            </a:r>
            <a:r>
              <a:rPr lang="en-IN" dirty="0"/>
              <a:t> </a:t>
            </a:r>
            <a:r>
              <a:rPr lang="en-IN" dirty="0" err="1"/>
              <a:t>úLÞkR</a:t>
            </a:r>
            <a:r>
              <a:rPr lang="en-IN" dirty="0"/>
              <a:t> </a:t>
            </a:r>
          </a:p>
          <a:p>
            <a:r>
              <a:rPr lang="en-IN" dirty="0" err="1"/>
              <a:t>úYZômTp</a:t>
            </a:r>
            <a:r>
              <a:rPr lang="en-IN" dirty="0"/>
              <a:t> </a:t>
            </a:r>
            <a:r>
              <a:rPr lang="en-IN" dirty="0" err="1"/>
              <a:t>úTôp</a:t>
            </a:r>
            <a:r>
              <a:rPr lang="en-IN" dirty="0"/>
              <a:t> </a:t>
            </a:r>
            <a:r>
              <a:rPr lang="en-IN" dirty="0" err="1"/>
              <a:t>Yôg£dÏkúS</a:t>
            </a:r>
            <a:r>
              <a:rPr lang="en-IN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1038510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4F1EFA-129F-18E7-708D-7DCD59828B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2DE3E162-857E-CCE6-69E0-50A349C1BB46}"/>
              </a:ext>
            </a:extLst>
          </p:cNvPr>
          <p:cNvSpPr/>
          <p:nvPr/>
        </p:nvSpPr>
        <p:spPr>
          <a:xfrm>
            <a:off x="0" y="5392855"/>
            <a:ext cx="12192000" cy="1465145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DE1B810-7D0B-6EAD-2ACA-21445B5FDF32}"/>
              </a:ext>
            </a:extLst>
          </p:cNvPr>
          <p:cNvSpPr txBox="1"/>
          <p:nvPr/>
        </p:nvSpPr>
        <p:spPr>
          <a:xfrm>
            <a:off x="0" y="5370538"/>
            <a:ext cx="12192000" cy="1384995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4200" b="1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mil-049" pitchFamily="2" charset="0"/>
              </a:defRPr>
            </a:lvl1pPr>
          </a:lstStyle>
          <a:p>
            <a:r>
              <a:rPr lang="en-IN" dirty="0" err="1"/>
              <a:t>ùYiU</a:t>
            </a:r>
            <a:r>
              <a:rPr lang="en-IN" dirty="0"/>
              <a:t> </a:t>
            </a:r>
            <a:r>
              <a:rPr lang="en-IN" dirty="0" err="1"/>
              <a:t>Yv§Wm</a:t>
            </a:r>
            <a:r>
              <a:rPr lang="en-IN" dirty="0"/>
              <a:t> </a:t>
            </a:r>
            <a:r>
              <a:rPr lang="en-IN" dirty="0" err="1"/>
              <a:t>R¬fÑVojR</a:t>
            </a:r>
            <a:r>
              <a:rPr lang="en-IN" dirty="0"/>
              <a:t> ®</a:t>
            </a:r>
            <a:r>
              <a:rPr lang="en-IN" dirty="0" err="1"/>
              <a:t>ÑjR</a:t>
            </a:r>
            <a:r>
              <a:rPr lang="en-IN" dirty="0"/>
              <a:t> </a:t>
            </a:r>
            <a:r>
              <a:rPr lang="en-IN" dirty="0" err="1"/>
              <a:t>NeLU§p</a:t>
            </a:r>
            <a:r>
              <a:rPr lang="en-IN" dirty="0"/>
              <a:t> </a:t>
            </a:r>
          </a:p>
          <a:p>
            <a:r>
              <a:rPr lang="en-IN" dirty="0" err="1"/>
              <a:t>úNokÕ</a:t>
            </a:r>
            <a:r>
              <a:rPr lang="en-IN" dirty="0"/>
              <a:t> ¨u </a:t>
            </a:r>
            <a:r>
              <a:rPr lang="en-IN" dirty="0" err="1"/>
              <a:t>NÁúT</a:t>
            </a:r>
            <a:r>
              <a:rPr lang="en-IN" dirty="0"/>
              <a:t> </a:t>
            </a:r>
            <a:r>
              <a:rPr lang="en-IN" dirty="0" err="1"/>
              <a:t>YkÖ</a:t>
            </a:r>
            <a:r>
              <a:rPr lang="en-IN" dirty="0"/>
              <a:t> </a:t>
            </a:r>
            <a:r>
              <a:rPr lang="en-IN" dirty="0" err="1"/>
              <a:t>ApúXíVô</a:t>
            </a:r>
            <a:r>
              <a:rPr lang="en-IN" dirty="0"/>
              <a:t> </a:t>
            </a:r>
            <a:r>
              <a:rPr lang="en-IN" dirty="0" err="1"/>
              <a:t>TôÓYôu</a:t>
            </a:r>
            <a:r>
              <a:rPr lang="en-IN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2361868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D40705-8747-F3E5-A1BE-E4E7BED735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BEB36DF6-2BD2-AAF3-9A50-2A9C595BC9FF}"/>
              </a:ext>
            </a:extLst>
          </p:cNvPr>
          <p:cNvSpPr/>
          <p:nvPr/>
        </p:nvSpPr>
        <p:spPr>
          <a:xfrm>
            <a:off x="0" y="5392855"/>
            <a:ext cx="12192000" cy="1465145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7D72333-EF03-B728-4544-F2C88C14156D}"/>
              </a:ext>
            </a:extLst>
          </p:cNvPr>
          <p:cNvSpPr txBox="1"/>
          <p:nvPr/>
        </p:nvSpPr>
        <p:spPr>
          <a:xfrm>
            <a:off x="0" y="5685558"/>
            <a:ext cx="12192000" cy="738664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4200" b="1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mil-049" pitchFamily="2" charset="0"/>
              </a:defRPr>
            </a:lvl1pPr>
          </a:lstStyle>
          <a:p>
            <a:r>
              <a:rPr lang="en-IN" dirty="0"/>
              <a:t>×</a:t>
            </a:r>
            <a:r>
              <a:rPr lang="en-IN" dirty="0" err="1"/>
              <a:t>j§Ùs</a:t>
            </a:r>
            <a:r>
              <a:rPr lang="en-IN" dirty="0"/>
              <a:t>[ ¨</a:t>
            </a:r>
            <a:r>
              <a:rPr lang="en-IN" dirty="0" err="1"/>
              <a:t>oUXd</a:t>
            </a:r>
            <a:r>
              <a:rPr lang="en-IN" dirty="0"/>
              <a:t> Lu²VL </a:t>
            </a:r>
            <a:r>
              <a:rPr lang="en-IN" dirty="0" err="1"/>
              <a:t>úTôp</a:t>
            </a:r>
            <a:r>
              <a:rPr lang="en-IN" dirty="0"/>
              <a:t> </a:t>
            </a:r>
            <a:r>
              <a:rPr lang="en-IN" dirty="0" err="1"/>
              <a:t>JÚeÏkúS</a:t>
            </a:r>
            <a:r>
              <a:rPr lang="en-IN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6402722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D8D20E-58B1-6896-5EDB-339E45B687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5BE50D5F-B3F8-7DCA-E529-68B0940E80B9}"/>
              </a:ext>
            </a:extLst>
          </p:cNvPr>
          <p:cNvSpPr/>
          <p:nvPr/>
        </p:nvSpPr>
        <p:spPr>
          <a:xfrm>
            <a:off x="0" y="5392855"/>
            <a:ext cx="12192000" cy="1465145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2864E69-74F7-5215-77B8-D8BC2124F51F}"/>
              </a:ext>
            </a:extLst>
          </p:cNvPr>
          <p:cNvSpPr txBox="1"/>
          <p:nvPr/>
        </p:nvSpPr>
        <p:spPr>
          <a:xfrm>
            <a:off x="0" y="5370535"/>
            <a:ext cx="12192000" cy="1384995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4200" b="1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mil-049" pitchFamily="2" charset="0"/>
              </a:defRPr>
            </a:lvl1pPr>
          </a:lstStyle>
          <a:p>
            <a:r>
              <a:rPr lang="en-IN" dirty="0" err="1"/>
              <a:t>ã¬V</a:t>
            </a:r>
            <a:r>
              <a:rPr lang="en-IN" dirty="0"/>
              <a:t> </a:t>
            </a:r>
            <a:r>
              <a:rPr lang="en-IN" dirty="0" err="1"/>
              <a:t>Nk§W</a:t>
            </a:r>
            <a:r>
              <a:rPr lang="en-IN" dirty="0"/>
              <a:t> </a:t>
            </a:r>
            <a:r>
              <a:rPr lang="en-IN" dirty="0" err="1"/>
              <a:t>RôWeLú</a:t>
            </a:r>
            <a:r>
              <a:rPr lang="en-IN" dirty="0"/>
              <a:t>[ </a:t>
            </a:r>
            <a:r>
              <a:rPr lang="en-IN" dirty="0" err="1"/>
              <a:t>LPkÕ</a:t>
            </a:r>
            <a:r>
              <a:rPr lang="en-IN" dirty="0"/>
              <a:t> </a:t>
            </a:r>
            <a:r>
              <a:rPr lang="en-IN" dirty="0" err="1"/>
              <a:t>ùNôodL</a:t>
            </a:r>
            <a:r>
              <a:rPr lang="en-IN" dirty="0"/>
              <a:t> </a:t>
            </a:r>
            <a:r>
              <a:rPr lang="en-IN" dirty="0" err="1"/>
              <a:t>Sôh¥p</a:t>
            </a:r>
            <a:r>
              <a:rPr lang="en-IN" dirty="0"/>
              <a:t> </a:t>
            </a:r>
          </a:p>
          <a:p>
            <a:r>
              <a:rPr lang="en-IN" dirty="0" err="1"/>
              <a:t>Bõ</a:t>
            </a:r>
            <a:r>
              <a:rPr lang="en-IN" dirty="0"/>
              <a:t> </a:t>
            </a:r>
            <a:r>
              <a:rPr lang="en-IN" dirty="0" err="1"/>
              <a:t>T°eÏ</a:t>
            </a:r>
            <a:r>
              <a:rPr lang="en-IN" dirty="0"/>
              <a:t> S§¿</a:t>
            </a:r>
            <a:r>
              <a:rPr lang="en-IN" dirty="0" err="1"/>
              <a:t>úW</a:t>
            </a:r>
            <a:r>
              <a:rPr lang="en-IN" dirty="0"/>
              <a:t> ËY ®</a:t>
            </a:r>
            <a:r>
              <a:rPr lang="en-IN" dirty="0" err="1"/>
              <a:t>ÚhNj§u</a:t>
            </a:r>
            <a:r>
              <a:rPr lang="en-IN" dirty="0"/>
              <a:t> </a:t>
            </a:r>
            <a:r>
              <a:rPr lang="en-IN" dirty="0" err="1"/>
              <a:t>RQp</a:t>
            </a:r>
            <a:r>
              <a:rPr lang="en-IN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6029504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753F3A-9239-933C-6E57-E8B75C33CD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BC815940-8B6D-052D-B81B-D1096CD8CAF4}"/>
              </a:ext>
            </a:extLst>
          </p:cNvPr>
          <p:cNvSpPr/>
          <p:nvPr/>
        </p:nvSpPr>
        <p:spPr>
          <a:xfrm>
            <a:off x="0" y="5392855"/>
            <a:ext cx="12192000" cy="1465145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4297944-40FB-F9E2-26DB-E7883C2CD5D1}"/>
              </a:ext>
            </a:extLst>
          </p:cNvPr>
          <p:cNvSpPr txBox="1"/>
          <p:nvPr/>
        </p:nvSpPr>
        <p:spPr>
          <a:xfrm>
            <a:off x="-1" y="5369472"/>
            <a:ext cx="12191999" cy="1384995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4200" b="1">
                <a:ln>
                  <a:solidFill>
                    <a:sysClr val="windowText" lastClr="000000"/>
                  </a:solidFill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amil-049" pitchFamily="2" charset="0"/>
              </a:defRPr>
            </a:lvl1pPr>
          </a:lstStyle>
          <a:p>
            <a:r>
              <a:rPr lang="en-IN" dirty="0"/>
              <a:t>Gu </a:t>
            </a:r>
            <a:r>
              <a:rPr lang="en-IN" dirty="0" err="1"/>
              <a:t>ùNôt</a:t>
            </a:r>
            <a:r>
              <a:rPr lang="en-IN" dirty="0"/>
              <a:t> </a:t>
            </a:r>
            <a:r>
              <a:rPr lang="en-IN" dirty="0" err="1"/>
              <a:t>Åh¥p</a:t>
            </a:r>
            <a:r>
              <a:rPr lang="en-IN" dirty="0"/>
              <a:t> </a:t>
            </a:r>
            <a:r>
              <a:rPr lang="en-IN" dirty="0" err="1"/>
              <a:t>GjÕYôu</a:t>
            </a:r>
            <a:r>
              <a:rPr lang="en-IN" dirty="0"/>
              <a:t> </a:t>
            </a:r>
          </a:p>
          <a:p>
            <a:r>
              <a:rPr lang="en-IN" dirty="0" err="1"/>
              <a:t>ùLô§f£ÓkúS</a:t>
            </a:r>
            <a:r>
              <a:rPr lang="en-IN" dirty="0"/>
              <a:t> Gu </a:t>
            </a:r>
            <a:r>
              <a:rPr lang="en-IN" dirty="0" err="1"/>
              <a:t>UQô</a:t>
            </a:r>
            <a:r>
              <a:rPr lang="en-IN" dirty="0"/>
              <a:t>[ô </a:t>
            </a:r>
          </a:p>
        </p:txBody>
      </p:sp>
    </p:spTree>
    <p:extLst>
      <p:ext uri="{BB962C8B-B14F-4D97-AF65-F5344CB8AC3E}">
        <p14:creationId xmlns:p14="http://schemas.microsoft.com/office/powerpoint/2010/main" val="22521142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1477</TotalTime>
  <Words>129</Words>
  <Application>Microsoft Office PowerPoint</Application>
  <PresentationFormat>Widescreen</PresentationFormat>
  <Paragraphs>15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samson christopher</dc:creator>
  <cp:lastModifiedBy>ETZC Media</cp:lastModifiedBy>
  <cp:revision>61</cp:revision>
  <dcterms:created xsi:type="dcterms:W3CDTF">2019-11-02T16:27:41Z</dcterms:created>
  <dcterms:modified xsi:type="dcterms:W3CDTF">2026-02-01T10:32:06Z</dcterms:modified>
</cp:coreProperties>
</file>
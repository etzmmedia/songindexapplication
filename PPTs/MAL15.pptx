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FFD15-F160-77EB-6932-5C6A77B34BA4}"/>
              </a:ext>
            </a:extLst>
          </p:cNvPr>
          <p:cNvSpPr txBox="1"/>
          <p:nvPr/>
        </p:nvSpPr>
        <p:spPr>
          <a:xfrm>
            <a:off x="0" y="537772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¡±</a:t>
            </a:r>
            <a:r>
              <a:rPr lang="en-IN" dirty="0" err="1"/>
              <a:t>v§V</a:t>
            </a:r>
            <a:r>
              <a:rPr lang="en-IN" dirty="0"/>
              <a:t> </a:t>
            </a:r>
            <a:r>
              <a:rPr lang="en-IN" dirty="0" err="1"/>
              <a:t>Ë®Rm</a:t>
            </a:r>
            <a:r>
              <a:rPr lang="en-IN" dirty="0"/>
              <a:t> </a:t>
            </a:r>
            <a:r>
              <a:rPr lang="en-IN" dirty="0" err="1"/>
              <a:t>ùN</a:t>
            </a:r>
            <a:r>
              <a:rPr lang="en-IN" dirty="0"/>
              <a:t>[</a:t>
            </a:r>
            <a:r>
              <a:rPr lang="en-IN" dirty="0" err="1"/>
              <a:t>Tôd¡V</a:t>
            </a:r>
            <a:r>
              <a:rPr lang="en-IN" dirty="0"/>
              <a:t> </a:t>
            </a:r>
            <a:r>
              <a:rPr lang="en-IN" dirty="0" err="1"/>
              <a:t>Ë®Rm</a:t>
            </a:r>
            <a:r>
              <a:rPr lang="en-IN" dirty="0"/>
              <a:t> </a:t>
            </a:r>
          </a:p>
          <a:p>
            <a:r>
              <a:rPr lang="en-IN" dirty="0"/>
              <a:t>LojRô®u </a:t>
            </a:r>
            <a:r>
              <a:rPr lang="en-IN" dirty="0" err="1"/>
              <a:t>ÏgÒeMhLô</a:t>
            </a:r>
            <a:r>
              <a:rPr lang="en-IN" dirty="0"/>
              <a:t>]</a:t>
            </a:r>
            <a:r>
              <a:rPr lang="en-IN" dirty="0" err="1"/>
              <a:t>kS</a:t>
            </a:r>
            <a:r>
              <a:rPr lang="en-IN" dirty="0"/>
              <a:t> </a:t>
            </a:r>
            <a:r>
              <a:rPr lang="en-IN" dirty="0" err="1"/>
              <a:t>RôVLm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1B5A9-2A8D-3678-318D-D72D1D20BDE5}"/>
              </a:ext>
            </a:extLst>
          </p:cNvPr>
          <p:cNvSpPr txBox="1"/>
          <p:nvPr/>
        </p:nvSpPr>
        <p:spPr>
          <a:xfrm>
            <a:off x="-1" y="53777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LxPeMs</a:t>
            </a:r>
            <a:r>
              <a:rPr lang="en-IN" dirty="0"/>
              <a:t> </a:t>
            </a:r>
            <a:r>
              <a:rPr lang="en-IN" dirty="0" err="1"/>
              <a:t>YkSôÛm</a:t>
            </a:r>
            <a:r>
              <a:rPr lang="en-IN" dirty="0"/>
              <a:t> </a:t>
            </a:r>
            <a:r>
              <a:rPr lang="en-IN" dirty="0" err="1"/>
              <a:t>SxPeMs</a:t>
            </a:r>
            <a:r>
              <a:rPr lang="en-IN" dirty="0"/>
              <a:t> </a:t>
            </a:r>
            <a:r>
              <a:rPr lang="en-IN" dirty="0" err="1"/>
              <a:t>YkSôÛm</a:t>
            </a:r>
            <a:r>
              <a:rPr lang="en-IN" dirty="0"/>
              <a:t> </a:t>
            </a:r>
          </a:p>
          <a:p>
            <a:r>
              <a:rPr lang="en-IN" dirty="0"/>
              <a:t>¡±</a:t>
            </a:r>
            <a:r>
              <a:rPr lang="en-IN" dirty="0" err="1"/>
              <a:t>vúRÑ</a:t>
            </a:r>
            <a:r>
              <a:rPr lang="en-IN" dirty="0"/>
              <a:t> </a:t>
            </a:r>
            <a:r>
              <a:rPr lang="en-IN" dirty="0" err="1"/>
              <a:t>SôVLu</a:t>
            </a:r>
            <a:r>
              <a:rPr lang="en-IN" dirty="0"/>
              <a:t> </a:t>
            </a:r>
            <a:r>
              <a:rPr lang="en-IN" dirty="0" err="1"/>
              <a:t>áhPô°VpúXô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79CCD-298E-0A67-1530-A577FBB2E4F1}"/>
              </a:ext>
            </a:extLst>
          </p:cNvPr>
          <p:cNvSpPr txBox="1"/>
          <p:nvPr/>
        </p:nvSpPr>
        <p:spPr>
          <a:xfrm>
            <a:off x="0" y="537053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úXôLj§u</a:t>
            </a:r>
            <a:r>
              <a:rPr lang="en-IN" dirty="0"/>
              <a:t> RôeÐLs ¿</a:t>
            </a:r>
            <a:r>
              <a:rPr lang="en-IN" dirty="0" err="1"/>
              <a:t>e¢l</a:t>
            </a:r>
            <a:r>
              <a:rPr lang="en-IN" dirty="0"/>
              <a:t> </a:t>
            </a:r>
            <a:r>
              <a:rPr lang="en-IN" dirty="0" err="1"/>
              <a:t>úTô«ÓmúTôs</a:t>
            </a:r>
            <a:r>
              <a:rPr lang="en-IN" dirty="0"/>
              <a:t> </a:t>
            </a:r>
          </a:p>
          <a:p>
            <a:r>
              <a:rPr lang="en-IN" dirty="0" err="1"/>
              <a:t>úXôLdLôùWpXôÚm</a:t>
            </a:r>
            <a:r>
              <a:rPr lang="en-IN" dirty="0"/>
              <a:t> </a:t>
            </a:r>
            <a:r>
              <a:rPr lang="en-IN" dirty="0" err="1"/>
              <a:t>ûL</a:t>
            </a:r>
            <a:r>
              <a:rPr lang="en-IN" dirty="0"/>
              <a:t> </a:t>
            </a:r>
            <a:r>
              <a:rPr lang="en-IN" dirty="0" err="1"/>
              <a:t>ùY¥g¤ÓmúTôs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7154A-7829-03FB-0A26-4C812980389C}"/>
              </a:ext>
            </a:extLst>
          </p:cNvPr>
          <p:cNvSpPr txBox="1"/>
          <p:nvPr/>
        </p:nvSpPr>
        <p:spPr>
          <a:xfrm>
            <a:off x="0" y="537773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ùNôkR</a:t>
            </a:r>
            <a:r>
              <a:rPr lang="en-IN" dirty="0"/>
              <a:t> </a:t>
            </a:r>
            <a:r>
              <a:rPr lang="en-IN" dirty="0" err="1"/>
              <a:t>NúLôRWo</a:t>
            </a:r>
            <a:r>
              <a:rPr lang="en-IN" dirty="0"/>
              <a:t> </a:t>
            </a:r>
            <a:r>
              <a:rPr lang="en-IN" dirty="0" err="1"/>
              <a:t>Rs°dL</a:t>
            </a:r>
            <a:r>
              <a:rPr lang="en-IN" dirty="0"/>
              <a:t>[</a:t>
            </a:r>
            <a:r>
              <a:rPr lang="en-IN" dirty="0" err="1"/>
              <a:t>ÙmúTôs</a:t>
            </a:r>
            <a:r>
              <a:rPr lang="en-IN" dirty="0"/>
              <a:t> </a:t>
            </a:r>
          </a:p>
          <a:p>
            <a:r>
              <a:rPr lang="en-IN" dirty="0" err="1"/>
              <a:t>úVôúNl©u</a:t>
            </a:r>
            <a:r>
              <a:rPr lang="en-IN" dirty="0"/>
              <a:t> </a:t>
            </a:r>
            <a:r>
              <a:rPr lang="en-IN" dirty="0" err="1"/>
              <a:t>ùRnYùUu</a:t>
            </a:r>
            <a:r>
              <a:rPr lang="en-IN" dirty="0"/>
              <a:t> </a:t>
            </a:r>
            <a:r>
              <a:rPr lang="en-IN" dirty="0" err="1"/>
              <a:t>áhPô°VpúXô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56AC-9B9B-652E-EE9C-791A0E1A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BEE637-D167-DE5A-85EF-6D93FCFBBDC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416B6-9A90-9604-74D5-9B202A0975FF}"/>
              </a:ext>
            </a:extLst>
          </p:cNvPr>
          <p:cNvSpPr txBox="1"/>
          <p:nvPr/>
        </p:nvSpPr>
        <p:spPr>
          <a:xfrm>
            <a:off x="-1" y="537362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AkRLôWm</a:t>
            </a:r>
            <a:r>
              <a:rPr lang="en-IN" dirty="0"/>
              <a:t> </a:t>
            </a:r>
            <a:r>
              <a:rPr lang="en-IN" dirty="0" err="1"/>
              <a:t>é®p</a:t>
            </a:r>
            <a:r>
              <a:rPr lang="en-IN" dirty="0"/>
              <a:t> ®</a:t>
            </a:r>
            <a:r>
              <a:rPr lang="en-IN" dirty="0" err="1"/>
              <a:t>VôT¬f£ÓmúTôs</a:t>
            </a:r>
            <a:r>
              <a:rPr lang="en-IN" dirty="0"/>
              <a:t> </a:t>
            </a:r>
          </a:p>
          <a:p>
            <a:r>
              <a:rPr lang="en-IN" dirty="0" err="1"/>
              <a:t>CWô_ôdLs</a:t>
            </a:r>
            <a:r>
              <a:rPr lang="en-IN" dirty="0"/>
              <a:t> </a:t>
            </a:r>
            <a:r>
              <a:rPr lang="en-IN" dirty="0" err="1"/>
              <a:t>úSRôdLs</a:t>
            </a:r>
            <a:r>
              <a:rPr lang="en-IN" dirty="0"/>
              <a:t> </a:t>
            </a:r>
            <a:r>
              <a:rPr lang="en-IN" dirty="0" err="1"/>
              <a:t>NjÕÚdL</a:t>
            </a:r>
            <a:r>
              <a:rPr lang="en-IN" dirty="0"/>
              <a:t>[</a:t>
            </a:r>
            <a:r>
              <a:rPr lang="en-IN" dirty="0" err="1"/>
              <a:t>ôÏmúTôs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3549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5338-2925-5C9C-F142-CD27E22DD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481276-F1ED-CBF6-3102-21865879273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5F4E2-4581-C309-A092-DB6A625A1D22}"/>
              </a:ext>
            </a:extLst>
          </p:cNvPr>
          <p:cNvSpPr txBox="1"/>
          <p:nvPr/>
        </p:nvSpPr>
        <p:spPr>
          <a:xfrm>
            <a:off x="-1" y="53777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Ad²d </a:t>
            </a:r>
            <a:r>
              <a:rPr lang="en-IN" dirty="0" err="1"/>
              <a:t>ÏiPj§Ûm</a:t>
            </a:r>
            <a:r>
              <a:rPr lang="en-IN" dirty="0"/>
              <a:t> £</a:t>
            </a:r>
            <a:r>
              <a:rPr lang="en-IN" dirty="0" err="1"/>
              <a:t>eLd</a:t>
            </a:r>
            <a:r>
              <a:rPr lang="en-IN" dirty="0"/>
              <a:t> Ï¯«</a:t>
            </a:r>
            <a:r>
              <a:rPr lang="en-IN" dirty="0" err="1"/>
              <a:t>Ûm</a:t>
            </a:r>
            <a:r>
              <a:rPr lang="en-IN" dirty="0"/>
              <a:t> </a:t>
            </a:r>
          </a:p>
          <a:p>
            <a:r>
              <a:rPr lang="en-IN" dirty="0"/>
              <a:t>Rô²úV</a:t>
            </a:r>
            <a:r>
              <a:rPr lang="en-IN" dirty="0">
                <a:latin typeface="Tamil Bible" pitchFamily="2" charset="0"/>
              </a:rPr>
              <a:t>yp</a:t>
            </a:r>
            <a:r>
              <a:rPr lang="en-IN" dirty="0"/>
              <a:t>u </a:t>
            </a:r>
            <a:r>
              <a:rPr lang="en-IN" dirty="0" err="1"/>
              <a:t>ùRnYùUu</a:t>
            </a:r>
            <a:r>
              <a:rPr lang="en-IN" dirty="0"/>
              <a:t> </a:t>
            </a:r>
            <a:r>
              <a:rPr lang="en-IN" dirty="0" err="1"/>
              <a:t>áhPô°VpúXô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5297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3D350-FE58-1D70-D8D0-E7E7C50D6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F1FBF1-4125-8C22-D230-C8E1B196721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9D474E-9C44-4275-09C3-1CF018AFB483}"/>
              </a:ext>
            </a:extLst>
          </p:cNvPr>
          <p:cNvSpPr txBox="1"/>
          <p:nvPr/>
        </p:nvSpPr>
        <p:spPr>
          <a:xfrm>
            <a:off x="0" y="53736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Cj</a:t>
            </a:r>
            <a:r>
              <a:rPr lang="en-IN" dirty="0"/>
              <a:t>\ </a:t>
            </a:r>
            <a:r>
              <a:rPr lang="en-IN" dirty="0" err="1"/>
              <a:t>Sp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ûPVu</a:t>
            </a:r>
            <a:r>
              <a:rPr lang="en-IN" dirty="0"/>
              <a:t> </a:t>
            </a:r>
            <a:r>
              <a:rPr lang="en-IN" dirty="0" err="1"/>
              <a:t>EjRU</a:t>
            </a:r>
            <a:r>
              <a:rPr lang="en-IN" dirty="0"/>
              <a:t> £</a:t>
            </a:r>
            <a:r>
              <a:rPr lang="en-IN" dirty="0" err="1"/>
              <a:t>úS¡Ru</a:t>
            </a:r>
            <a:r>
              <a:rPr lang="en-IN" dirty="0"/>
              <a:t> </a:t>
            </a:r>
          </a:p>
          <a:p>
            <a:r>
              <a:rPr lang="en-IN" dirty="0"/>
              <a:t>¨</a:t>
            </a:r>
            <a:r>
              <a:rPr lang="en-IN" dirty="0" err="1"/>
              <a:t>j§VUôm</a:t>
            </a:r>
            <a:r>
              <a:rPr lang="en-IN" dirty="0"/>
              <a:t> </a:t>
            </a:r>
            <a:r>
              <a:rPr lang="en-IN" dirty="0" err="1"/>
              <a:t>CWô_ôùYu</a:t>
            </a:r>
            <a:r>
              <a:rPr lang="en-IN" dirty="0"/>
              <a:t> </a:t>
            </a:r>
            <a:r>
              <a:rPr lang="en-IN" dirty="0" err="1"/>
              <a:t>áhPô°VpúXô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1694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9AB2D-11BC-B660-E6E4-9776E8DE9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E9BEC7-D094-1C2E-28C7-C3404DF941B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DEB09-3D82-FF6B-30F2-8C09FFE7285A}"/>
              </a:ext>
            </a:extLst>
          </p:cNvPr>
          <p:cNvSpPr txBox="1"/>
          <p:nvPr/>
        </p:nvSpPr>
        <p:spPr>
          <a:xfrm>
            <a:off x="0" y="537772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Gk§² </a:t>
            </a:r>
            <a:r>
              <a:rPr lang="en-IN" dirty="0" err="1"/>
              <a:t>TôWeMs</a:t>
            </a:r>
            <a:r>
              <a:rPr lang="en-IN" dirty="0"/>
              <a:t>? Gk§² ®</a:t>
            </a:r>
            <a:r>
              <a:rPr lang="en-IN" dirty="0" err="1"/>
              <a:t>VôÏXm</a:t>
            </a:r>
            <a:r>
              <a:rPr lang="en-IN" dirty="0"/>
              <a:t>? </a:t>
            </a:r>
          </a:p>
          <a:p>
            <a:r>
              <a:rPr lang="en-IN" dirty="0"/>
              <a:t>LojRô®u </a:t>
            </a:r>
            <a:r>
              <a:rPr lang="en-IN" dirty="0" err="1"/>
              <a:t>ÏgÒeMs</a:t>
            </a:r>
            <a:r>
              <a:rPr lang="en-IN" dirty="0"/>
              <a:t> TôhÓ </a:t>
            </a:r>
            <a:r>
              <a:rPr lang="en-IN" dirty="0" err="1"/>
              <a:t>TôÓm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876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A064-5CA4-5672-54DE-4E401053C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045064-3D83-1A13-5269-5449922FD4FF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AF33BF-CAB8-43F0-0BF4-B3C1A7868289}"/>
              </a:ext>
            </a:extLst>
          </p:cNvPr>
          <p:cNvSpPr txBox="1"/>
          <p:nvPr/>
        </p:nvSpPr>
        <p:spPr>
          <a:xfrm>
            <a:off x="0" y="5373631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LôL[ </a:t>
            </a:r>
            <a:r>
              <a:rPr lang="en-IN" dirty="0" err="1"/>
              <a:t>NlReMs</a:t>
            </a:r>
            <a:r>
              <a:rPr lang="en-IN" dirty="0"/>
              <a:t> </a:t>
            </a:r>
            <a:r>
              <a:rPr lang="en-IN" dirty="0" err="1"/>
              <a:t>úLh¥Pôu</a:t>
            </a:r>
            <a:r>
              <a:rPr lang="en-IN" dirty="0"/>
              <a:t> </a:t>
            </a:r>
            <a:r>
              <a:rPr lang="en-IN" dirty="0" err="1"/>
              <a:t>LôXUôn</a:t>
            </a:r>
            <a:r>
              <a:rPr lang="en-IN" dirty="0"/>
              <a:t> </a:t>
            </a:r>
          </a:p>
          <a:p>
            <a:r>
              <a:rPr lang="en-IN" dirty="0" err="1"/>
              <a:t>LxPeMs</a:t>
            </a:r>
            <a:r>
              <a:rPr lang="en-IN" dirty="0"/>
              <a:t> </a:t>
            </a:r>
            <a:r>
              <a:rPr lang="en-IN" dirty="0" err="1"/>
              <a:t>Ht</a:t>
            </a:r>
            <a:r>
              <a:rPr lang="en-IN" dirty="0"/>
              <a:t>\ Gu </a:t>
            </a:r>
            <a:r>
              <a:rPr lang="en-IN" dirty="0" err="1"/>
              <a:t>l±Vú</a:t>
            </a:r>
            <a:r>
              <a:rPr lang="en-IN" dirty="0"/>
              <a:t>] </a:t>
            </a:r>
            <a:r>
              <a:rPr lang="en-IN" dirty="0" err="1"/>
              <a:t>LôQô</a:t>
            </a:r>
            <a:r>
              <a:rPr lang="en-IN" dirty="0"/>
              <a:t>\</a:t>
            </a:r>
            <a:r>
              <a:rPr lang="en-IN" dirty="0" err="1"/>
              <a:t>ôn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008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CC90-68F2-7DA4-63D6-BD3F6BBB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828537-8EA5-4A0B-27CA-991C762B0E6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2DE69-BE78-50B2-C8A4-44BFB054BA3E}"/>
              </a:ext>
            </a:extLst>
          </p:cNvPr>
          <p:cNvSpPr txBox="1"/>
          <p:nvPr/>
        </p:nvSpPr>
        <p:spPr>
          <a:xfrm>
            <a:off x="-1" y="53777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GkÖ ¿ </a:t>
            </a:r>
            <a:r>
              <a:rPr lang="en-IN" dirty="0" err="1"/>
              <a:t>Yk¨Óm</a:t>
            </a:r>
            <a:r>
              <a:rPr lang="en-IN" dirty="0"/>
              <a:t>? </a:t>
            </a:r>
            <a:r>
              <a:rPr lang="en-IN" dirty="0" err="1"/>
              <a:t>GlúTôs</a:t>
            </a:r>
            <a:r>
              <a:rPr lang="en-IN" dirty="0"/>
              <a:t> ¿ </a:t>
            </a:r>
            <a:r>
              <a:rPr lang="en-IN" dirty="0" err="1"/>
              <a:t>Yk¨Óm</a:t>
            </a:r>
            <a:r>
              <a:rPr lang="en-IN" dirty="0"/>
              <a:t>? </a:t>
            </a:r>
          </a:p>
          <a:p>
            <a:r>
              <a:rPr lang="en-IN" dirty="0" err="1"/>
              <a:t>Gj</a:t>
            </a:r>
            <a:r>
              <a:rPr lang="en-IN" dirty="0"/>
              <a:t>\ </a:t>
            </a:r>
            <a:r>
              <a:rPr lang="en-IN" dirty="0" err="1"/>
              <a:t>Sôs</a:t>
            </a:r>
            <a:r>
              <a:rPr lang="en-IN" dirty="0"/>
              <a:t> </a:t>
            </a:r>
            <a:r>
              <a:rPr lang="en-IN" dirty="0" err="1"/>
              <a:t>úSôd</a:t>
            </a:r>
            <a:r>
              <a:rPr lang="en-IN" dirty="0"/>
              <a:t>¡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TôodLQm</a:t>
            </a:r>
            <a:r>
              <a:rPr lang="en-IN" dirty="0"/>
              <a:t> ©±</a:t>
            </a:r>
            <a:r>
              <a:rPr lang="en-IN" dirty="0" err="1"/>
              <a:t>Vú</a:t>
            </a:r>
            <a:r>
              <a:rPr lang="en-IN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59902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8DC73-E24E-7AAF-B427-BD9EB94E1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E699FF-C659-BDEC-B35D-4EADA9616A3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7844A-FD20-486C-C19E-8E4D9E820D73}"/>
              </a:ext>
            </a:extLst>
          </p:cNvPr>
          <p:cNvSpPr txBox="1"/>
          <p:nvPr/>
        </p:nvSpPr>
        <p:spPr>
          <a:xfrm>
            <a:off x="-1" y="537053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ùRnYj§u</a:t>
            </a:r>
            <a:r>
              <a:rPr lang="en-IN" dirty="0"/>
              <a:t> </a:t>
            </a:r>
            <a:r>
              <a:rPr lang="en-IN" dirty="0" err="1"/>
              <a:t>ûTRúX</a:t>
            </a:r>
            <a:r>
              <a:rPr lang="en-IN" dirty="0"/>
              <a:t> </a:t>
            </a:r>
            <a:r>
              <a:rPr lang="en-IN" dirty="0" err="1"/>
              <a:t>úT¥dL</a:t>
            </a:r>
            <a:r>
              <a:rPr lang="en-IN" dirty="0"/>
              <a:t> </a:t>
            </a:r>
            <a:r>
              <a:rPr lang="en-IN" dirty="0" err="1"/>
              <a:t>úYiPô</a:t>
            </a:r>
            <a:r>
              <a:rPr lang="en-IN" dirty="0"/>
              <a:t> ¿ </a:t>
            </a:r>
          </a:p>
          <a:p>
            <a:r>
              <a:rPr lang="en-IN" dirty="0" err="1"/>
              <a:t>LôYp</a:t>
            </a:r>
            <a:r>
              <a:rPr lang="en-IN" dirty="0"/>
              <a:t> </a:t>
            </a:r>
            <a:r>
              <a:rPr lang="en-IN" dirty="0" err="1"/>
              <a:t>ùNn§ÓYôu</a:t>
            </a:r>
            <a:r>
              <a:rPr lang="en-IN" dirty="0"/>
              <a:t> </a:t>
            </a:r>
            <a:r>
              <a:rPr lang="en-IN" dirty="0" err="1"/>
              <a:t>çRu</a:t>
            </a:r>
            <a:r>
              <a:rPr lang="en-IN" dirty="0"/>
              <a:t> </a:t>
            </a:r>
            <a:r>
              <a:rPr lang="en-IN" dirty="0" err="1"/>
              <a:t>UôÚiPpúXô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246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86972-CE75-3A48-9D25-1D10C65F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FA80E5-5AD8-2FCB-0A82-606CCA35360E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D5870-3A3D-3464-67E8-EFED70578AC9}"/>
              </a:ext>
            </a:extLst>
          </p:cNvPr>
          <p:cNvSpPr txBox="1"/>
          <p:nvPr/>
        </p:nvSpPr>
        <p:spPr>
          <a:xfrm>
            <a:off x="-1" y="53777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úXôLôk§VjúRô</a:t>
            </a:r>
            <a:r>
              <a:rPr lang="en-IN" dirty="0"/>
              <a:t>[m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áP</a:t>
            </a:r>
            <a:r>
              <a:rPr lang="en-IN" dirty="0"/>
              <a:t> </a:t>
            </a:r>
            <a:r>
              <a:rPr lang="en-IN" dirty="0" err="1"/>
              <a:t>CÚk¨Óm</a:t>
            </a:r>
            <a:r>
              <a:rPr lang="en-IN" dirty="0"/>
              <a:t> </a:t>
            </a:r>
          </a:p>
          <a:p>
            <a:r>
              <a:rPr lang="en-IN" dirty="0" err="1"/>
              <a:t>GkÖûW</a:t>
            </a:r>
            <a:r>
              <a:rPr lang="en-IN" dirty="0"/>
              <a:t> </a:t>
            </a:r>
            <a:r>
              <a:rPr lang="en-IN" dirty="0" err="1"/>
              <a:t>ùNnRYu</a:t>
            </a:r>
            <a:r>
              <a:rPr lang="en-IN" dirty="0"/>
              <a:t> </a:t>
            </a:r>
            <a:r>
              <a:rPr lang="en-IN" dirty="0" err="1"/>
              <a:t>Lôj§Óm</a:t>
            </a:r>
            <a:r>
              <a:rPr lang="en-IN" dirty="0"/>
              <a:t> ¨</a:t>
            </a:r>
            <a:r>
              <a:rPr lang="en-IN" dirty="0" err="1"/>
              <a:t>uú</a:t>
            </a:r>
            <a:r>
              <a:rPr lang="en-IN" dirty="0"/>
              <a:t>]</a:t>
            </a:r>
            <a:r>
              <a:rPr lang="en-IN" dirty="0" err="1"/>
              <a:t>Ùm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2254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1526</TotalTime>
  <Words>204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2026-02-07T13:03:05Z</dcterms:modified>
</cp:coreProperties>
</file>
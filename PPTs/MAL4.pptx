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undo custSel modSld">
      <pc:chgData name="ETZC Media" userId="05f0189a5894c19d" providerId="LiveId" clId="{74A74B86-AB48-4D11-ACCF-EA0EDB4FDC3C}" dt="2026-02-01T10:20:00.734" v="35" actId="20577"/>
      <pc:docMkLst>
        <pc:docMk/>
      </pc:docMkLst>
      <pc:sldChg chg="modSp mod">
        <pc:chgData name="ETZC Media" userId="05f0189a5894c19d" providerId="LiveId" clId="{74A74B86-AB48-4D11-ACCF-EA0EDB4FDC3C}" dt="2026-02-01T10:19:12.693" v="3" actId="20577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2-01T10:19:12.693" v="3" actId="20577"/>
          <ac:spMkLst>
            <pc:docMk/>
            <pc:sldMk cId="1414681237" sldId="392"/>
            <ac:spMk id="3" creationId="{6E355891-79C9-4BFB-D18C-15E1CE159D65}"/>
          </ac:spMkLst>
        </pc:spChg>
      </pc:sldChg>
      <pc:sldChg chg="modSp mod">
        <pc:chgData name="ETZC Media" userId="05f0189a5894c19d" providerId="LiveId" clId="{74A74B86-AB48-4D11-ACCF-EA0EDB4FDC3C}" dt="2026-02-01T10:19:25.242" v="11" actId="20577"/>
        <pc:sldMkLst>
          <pc:docMk/>
          <pc:sldMk cId="3456811907" sldId="394"/>
        </pc:sldMkLst>
        <pc:spChg chg="mod">
          <ac:chgData name="ETZC Media" userId="05f0189a5894c19d" providerId="LiveId" clId="{74A74B86-AB48-4D11-ACCF-EA0EDB4FDC3C}" dt="2026-02-01T10:19:25.242" v="11" actId="20577"/>
          <ac:spMkLst>
            <pc:docMk/>
            <pc:sldMk cId="3456811907" sldId="394"/>
            <ac:spMk id="3" creationId="{A05E283E-A488-D643-5332-17CAA74CDA21}"/>
          </ac:spMkLst>
        </pc:spChg>
      </pc:sldChg>
      <pc:sldChg chg="modSp mod">
        <pc:chgData name="ETZC Media" userId="05f0189a5894c19d" providerId="LiveId" clId="{74A74B86-AB48-4D11-ACCF-EA0EDB4FDC3C}" dt="2026-02-01T10:19:37.645" v="19" actId="20577"/>
        <pc:sldMkLst>
          <pc:docMk/>
          <pc:sldMk cId="886490854" sldId="396"/>
        </pc:sldMkLst>
        <pc:spChg chg="mod">
          <ac:chgData name="ETZC Media" userId="05f0189a5894c19d" providerId="LiveId" clId="{74A74B86-AB48-4D11-ACCF-EA0EDB4FDC3C}" dt="2026-02-01T10:19:37.645" v="19" actId="20577"/>
          <ac:spMkLst>
            <pc:docMk/>
            <pc:sldMk cId="886490854" sldId="396"/>
            <ac:spMk id="3" creationId="{6BC4893B-3145-D9E1-5EA4-4CF418BCC366}"/>
          </ac:spMkLst>
        </pc:spChg>
      </pc:sldChg>
      <pc:sldChg chg="modSp mod">
        <pc:chgData name="ETZC Media" userId="05f0189a5894c19d" providerId="LiveId" clId="{74A74B86-AB48-4D11-ACCF-EA0EDB4FDC3C}" dt="2026-02-01T10:19:48.015" v="27" actId="20577"/>
        <pc:sldMkLst>
          <pc:docMk/>
          <pc:sldMk cId="1900941627" sldId="398"/>
        </pc:sldMkLst>
        <pc:spChg chg="mod">
          <ac:chgData name="ETZC Media" userId="05f0189a5894c19d" providerId="LiveId" clId="{74A74B86-AB48-4D11-ACCF-EA0EDB4FDC3C}" dt="2026-02-01T10:19:48.015" v="27" actId="20577"/>
          <ac:spMkLst>
            <pc:docMk/>
            <pc:sldMk cId="1900941627" sldId="398"/>
            <ac:spMk id="3" creationId="{1249A474-F935-A6A2-7060-4C09588CFB4B}"/>
          </ac:spMkLst>
        </pc:spChg>
      </pc:sldChg>
      <pc:sldChg chg="modSp mod">
        <pc:chgData name="ETZC Media" userId="05f0189a5894c19d" providerId="LiveId" clId="{74A74B86-AB48-4D11-ACCF-EA0EDB4FDC3C}" dt="2026-02-01T10:20:00.734" v="35" actId="20577"/>
        <pc:sldMkLst>
          <pc:docMk/>
          <pc:sldMk cId="2584417760" sldId="400"/>
        </pc:sldMkLst>
        <pc:spChg chg="mod">
          <ac:chgData name="ETZC Media" userId="05f0189a5894c19d" providerId="LiveId" clId="{74A74B86-AB48-4D11-ACCF-EA0EDB4FDC3C}" dt="2026-02-01T10:20:00.734" v="35" actId="20577"/>
          <ac:spMkLst>
            <pc:docMk/>
            <pc:sldMk cId="2584417760" sldId="400"/>
            <ac:spMk id="3" creationId="{574CDA75-F016-CDCE-9196-86214866BC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090AD1-BC73-3DAD-C9D6-CEFD9FDCC8B9}"/>
              </a:ext>
            </a:extLst>
          </p:cNvPr>
          <p:cNvSpPr txBox="1"/>
          <p:nvPr/>
        </p:nvSpPr>
        <p:spPr>
          <a:xfrm>
            <a:off x="0" y="53777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º</a:t>
            </a:r>
            <a:r>
              <a:rPr lang="en-IN" dirty="0" err="1"/>
              <a:t>úVôu</a:t>
            </a:r>
            <a:r>
              <a:rPr lang="en-IN" dirty="0"/>
              <a:t> </a:t>
            </a:r>
            <a:r>
              <a:rPr lang="en-IN" dirty="0" err="1"/>
              <a:t>NgNô</a:t>
            </a:r>
            <a:r>
              <a:rPr lang="en-IN" dirty="0"/>
              <a:t>¬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CúVÑ®p</a:t>
            </a:r>
            <a:r>
              <a:rPr lang="en-IN" dirty="0"/>
              <a:t> </a:t>
            </a:r>
            <a:r>
              <a:rPr lang="en-IN" dirty="0" err="1"/>
              <a:t>Nô</a:t>
            </a:r>
            <a:r>
              <a:rPr lang="en-IN" dirty="0"/>
              <a:t>¬ </a:t>
            </a:r>
            <a:r>
              <a:rPr lang="en-IN" dirty="0" err="1"/>
              <a:t>Oôu</a:t>
            </a:r>
            <a:r>
              <a:rPr lang="en-IN" dirty="0"/>
              <a:t> </a:t>
            </a:r>
          </a:p>
          <a:p>
            <a:r>
              <a:rPr lang="en-IN" dirty="0" err="1"/>
              <a:t>úTôÏkÖ</a:t>
            </a:r>
            <a:r>
              <a:rPr lang="en-IN" dirty="0"/>
              <a:t> </a:t>
            </a:r>
            <a:r>
              <a:rPr lang="en-IN" dirty="0" err="1"/>
              <a:t>ÏÚ£uú</a:t>
            </a:r>
            <a:r>
              <a:rPr lang="en-IN" dirty="0"/>
              <a:t>\ </a:t>
            </a:r>
            <a:r>
              <a:rPr lang="en-IN" dirty="0" err="1"/>
              <a:t>TôûR«p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03FE1-438F-0075-90C4-C1E5B17E7308}"/>
              </a:ext>
            </a:extLst>
          </p:cNvPr>
          <p:cNvSpPr txBox="1"/>
          <p:nvPr/>
        </p:nvSpPr>
        <p:spPr>
          <a:xfrm>
            <a:off x="0" y="5370542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ùNôodL</a:t>
            </a:r>
            <a:r>
              <a:rPr lang="en-IN" dirty="0"/>
              <a:t> </a:t>
            </a:r>
            <a:r>
              <a:rPr lang="en-IN" dirty="0" err="1"/>
              <a:t>Vôj</a:t>
            </a:r>
            <a:r>
              <a:rPr lang="en-IN" dirty="0"/>
              <a:t>\</a:t>
            </a:r>
            <a:r>
              <a:rPr lang="en-IN" dirty="0" err="1"/>
              <a:t>Vô¦Õ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SPlTÕ</a:t>
            </a:r>
            <a:r>
              <a:rPr lang="en-IN" dirty="0"/>
              <a:t> </a:t>
            </a:r>
          </a:p>
          <a:p>
            <a:r>
              <a:rPr lang="en-IN" dirty="0" err="1"/>
              <a:t>LôrfNVôùXVpX</a:t>
            </a:r>
            <a:r>
              <a:rPr lang="en-IN" dirty="0"/>
              <a:t> ®</a:t>
            </a:r>
            <a:r>
              <a:rPr lang="en-IN" dirty="0" err="1"/>
              <a:t>vYô^jRôùXVôm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355891-79C9-4BFB-D18C-15E1CE159D65}"/>
              </a:ext>
            </a:extLst>
          </p:cNvPr>
          <p:cNvSpPr txBox="1"/>
          <p:nvPr/>
        </p:nvSpPr>
        <p:spPr>
          <a:xfrm>
            <a:off x="-1" y="53777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ÅrfNLs</a:t>
            </a:r>
            <a:r>
              <a:rPr lang="en-IN" dirty="0"/>
              <a:t> </a:t>
            </a:r>
            <a:r>
              <a:rPr lang="en-IN" dirty="0" err="1"/>
              <a:t>RôrfNLs</a:t>
            </a:r>
            <a:r>
              <a:rPr lang="en-IN" dirty="0"/>
              <a:t> </a:t>
            </a:r>
            <a:r>
              <a:rPr lang="en-IN" dirty="0" err="1"/>
              <a:t>Yk¨Óm</a:t>
            </a:r>
            <a:r>
              <a:rPr lang="en-IN" dirty="0"/>
              <a:t> </a:t>
            </a:r>
            <a:r>
              <a:rPr lang="en-IN" dirty="0" err="1"/>
              <a:t>úYû</a:t>
            </a:r>
            <a:r>
              <a:rPr lang="en-IN" dirty="0"/>
              <a:t>[«p </a:t>
            </a:r>
          </a:p>
          <a:p>
            <a:r>
              <a:rPr lang="en-IN" dirty="0" err="1"/>
              <a:t>WhNLu</a:t>
            </a:r>
            <a:r>
              <a:rPr lang="en-IN" dirty="0"/>
              <a:t> </a:t>
            </a:r>
            <a:r>
              <a:rPr lang="en-IN" dirty="0" err="1"/>
              <a:t>ûLL°p</a:t>
            </a:r>
            <a:r>
              <a:rPr lang="en-IN" dirty="0"/>
              <a:t> </a:t>
            </a:r>
            <a:r>
              <a:rPr lang="en-IN" dirty="0" err="1"/>
              <a:t>Rôe¢Óm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6E1A3-19E4-780D-612F-969B254A1F70}"/>
              </a:ext>
            </a:extLst>
          </p:cNvPr>
          <p:cNvSpPr txBox="1"/>
          <p:nvPr/>
        </p:nvSpPr>
        <p:spPr>
          <a:xfrm>
            <a:off x="0" y="537054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úXôLm</a:t>
            </a:r>
            <a:r>
              <a:rPr lang="en-IN" dirty="0"/>
              <a:t> </a:t>
            </a:r>
            <a:r>
              <a:rPr lang="en-IN" dirty="0" err="1"/>
              <a:t>HÕm</a:t>
            </a:r>
            <a:r>
              <a:rPr lang="en-IN" dirty="0"/>
              <a:t> </a:t>
            </a:r>
            <a:r>
              <a:rPr lang="en-IN" dirty="0" err="1"/>
              <a:t>úVôd¡Vm</a:t>
            </a:r>
            <a:r>
              <a:rPr lang="en-IN" dirty="0"/>
              <a:t> ApùX²dLRôp </a:t>
            </a:r>
          </a:p>
          <a:p>
            <a:r>
              <a:rPr lang="en-IN" dirty="0" err="1"/>
              <a:t>úNôLm</a:t>
            </a:r>
            <a:r>
              <a:rPr lang="en-IN" dirty="0"/>
              <a:t> </a:t>
            </a:r>
            <a:r>
              <a:rPr lang="en-IN" dirty="0" err="1"/>
              <a:t>CpXô</a:t>
            </a:r>
            <a:r>
              <a:rPr lang="en-IN" dirty="0"/>
              <a:t> </a:t>
            </a:r>
            <a:r>
              <a:rPr lang="en-IN" dirty="0" err="1"/>
              <a:t>Tôd¡Vm</a:t>
            </a:r>
            <a:r>
              <a:rPr lang="en-IN" dirty="0"/>
              <a:t> </a:t>
            </a:r>
            <a:r>
              <a:rPr lang="en-IN" dirty="0" err="1"/>
              <a:t>EiÓ</a:t>
            </a:r>
            <a:r>
              <a:rPr lang="en-IN" dirty="0"/>
              <a:t> ¡±</a:t>
            </a:r>
            <a:r>
              <a:rPr lang="en-IN" dirty="0" err="1"/>
              <a:t>vÕ®p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03D71-E116-FAA1-8977-831DD013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D145B9-82E7-43B7-EFA5-8BF5C7C8FEE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E283E-A488-D643-5332-17CAA74CDA21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SôRà</a:t>
            </a:r>
            <a:r>
              <a:rPr lang="en-IN" dirty="0"/>
              <a:t> </a:t>
            </a:r>
            <a:r>
              <a:rPr lang="en-IN" dirty="0" err="1"/>
              <a:t>ØsØ</a:t>
            </a:r>
            <a:r>
              <a:rPr lang="en-IN" dirty="0"/>
              <a:t>¥ </a:t>
            </a:r>
            <a:r>
              <a:rPr lang="en-IN" dirty="0" err="1"/>
              <a:t>Sp¡V</a:t>
            </a:r>
            <a:r>
              <a:rPr lang="en-IN" dirty="0"/>
              <a:t> </a:t>
            </a:r>
            <a:r>
              <a:rPr lang="en-IN" dirty="0" err="1"/>
              <a:t>úXôLúU</a:t>
            </a:r>
            <a:r>
              <a:rPr lang="en-IN" dirty="0"/>
              <a:t> </a:t>
            </a:r>
          </a:p>
          <a:p>
            <a:r>
              <a:rPr lang="en-IN" dirty="0"/>
              <a:t>¿ </a:t>
            </a:r>
            <a:r>
              <a:rPr lang="en-IN" dirty="0" err="1"/>
              <a:t>RÚm</a:t>
            </a:r>
            <a:r>
              <a:rPr lang="en-IN" dirty="0"/>
              <a:t> úTùW²d </a:t>
            </a:r>
            <a:r>
              <a:rPr lang="en-IN" dirty="0" err="1"/>
              <a:t>ùLk</a:t>
            </a:r>
            <a:r>
              <a:rPr lang="en-IN" dirty="0"/>
              <a:t>§]</a:t>
            </a:r>
            <a:r>
              <a:rPr lang="en-IN" dirty="0" err="1"/>
              <a:t>ôn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81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C8071-21E3-81F6-54AA-8326F17D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62DEB-0F2B-F1D8-5ECD-CFBFBE8469A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283B30-6941-8F55-B3DF-8819027D8B2E}"/>
              </a:ext>
            </a:extLst>
          </p:cNvPr>
          <p:cNvSpPr txBox="1"/>
          <p:nvPr/>
        </p:nvSpPr>
        <p:spPr>
          <a:xfrm>
            <a:off x="0" y="537362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Nôh£Ls</a:t>
            </a:r>
            <a:r>
              <a:rPr lang="en-IN" dirty="0"/>
              <a:t> </a:t>
            </a:r>
            <a:r>
              <a:rPr lang="en-IN" dirty="0" err="1"/>
              <a:t>NêLm</a:t>
            </a:r>
            <a:r>
              <a:rPr lang="en-IN" dirty="0"/>
              <a:t> </a:t>
            </a:r>
            <a:r>
              <a:rPr lang="en-IN" dirty="0" err="1"/>
              <a:t>Guú</a:t>
            </a:r>
            <a:r>
              <a:rPr lang="en-IN" dirty="0"/>
              <a:t>\ </a:t>
            </a:r>
            <a:r>
              <a:rPr lang="en-IN" dirty="0" err="1"/>
              <a:t>Ñt±Ûm</a:t>
            </a:r>
            <a:r>
              <a:rPr lang="en-IN" dirty="0"/>
              <a:t> </a:t>
            </a:r>
          </a:p>
          <a:p>
            <a:r>
              <a:rPr lang="en-IN" dirty="0"/>
              <a:t>¨</a:t>
            </a:r>
            <a:r>
              <a:rPr lang="en-IN" dirty="0" err="1"/>
              <a:t>pÏkÖ</a:t>
            </a:r>
            <a:r>
              <a:rPr lang="en-IN" dirty="0"/>
              <a:t> </a:t>
            </a:r>
            <a:r>
              <a:rPr lang="en-IN" dirty="0" err="1"/>
              <a:t>B«WeMs</a:t>
            </a:r>
            <a:r>
              <a:rPr lang="en-IN" dirty="0"/>
              <a:t> </a:t>
            </a:r>
            <a:r>
              <a:rPr lang="en-IN" dirty="0" err="1"/>
              <a:t>BûLVôúX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6618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4FAFF-0D5B-EA83-08CC-A9541D07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FDDD6A-D754-6155-0D73-A7F6CD7B80FB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4893B-3145-D9E1-5EA4-4CF418BCC366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TôWØm</a:t>
            </a:r>
            <a:r>
              <a:rPr lang="en-IN" dirty="0"/>
              <a:t> </a:t>
            </a:r>
            <a:r>
              <a:rPr lang="en-IN" dirty="0" err="1"/>
              <a:t>TôYØm</a:t>
            </a:r>
            <a:r>
              <a:rPr lang="en-IN" dirty="0"/>
              <a:t> ®</a:t>
            </a:r>
            <a:r>
              <a:rPr lang="en-IN" dirty="0" err="1"/>
              <a:t>hÓ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KÓm</a:t>
            </a:r>
            <a:r>
              <a:rPr lang="en-IN" dirty="0"/>
              <a:t> B </a:t>
            </a:r>
          </a:p>
          <a:p>
            <a:r>
              <a:rPr lang="en-IN" dirty="0" err="1"/>
              <a:t>úSWÜm</a:t>
            </a:r>
            <a:r>
              <a:rPr lang="en-IN" dirty="0"/>
              <a:t> </a:t>
            </a:r>
            <a:r>
              <a:rPr lang="en-IN" dirty="0" err="1"/>
              <a:t>CúVÑùY</a:t>
            </a:r>
            <a:r>
              <a:rPr lang="en-IN" dirty="0"/>
              <a:t> </a:t>
            </a:r>
            <a:r>
              <a:rPr lang="en-IN" dirty="0" err="1"/>
              <a:t>úSôd¡Óm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49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605A-048C-5A55-9EC4-9456485A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C9A152-EEF8-3FC1-EB8B-D63FC0C450B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74A0BD-78EB-DABA-F4AC-C962373C11B1}"/>
              </a:ext>
            </a:extLst>
          </p:cNvPr>
          <p:cNvSpPr txBox="1"/>
          <p:nvPr/>
        </p:nvSpPr>
        <p:spPr>
          <a:xfrm>
            <a:off x="0" y="537053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Guù</a:t>
            </a:r>
            <a:r>
              <a:rPr lang="en-IN" dirty="0"/>
              <a:t>] </a:t>
            </a:r>
            <a:r>
              <a:rPr lang="en-IN" dirty="0" err="1"/>
              <a:t>úSÓkS</a:t>
            </a:r>
            <a:r>
              <a:rPr lang="en-IN" dirty="0"/>
              <a:t> </a:t>
            </a:r>
            <a:r>
              <a:rPr lang="en-IN" dirty="0" err="1"/>
              <a:t>NkúRô</a:t>
            </a:r>
            <a:r>
              <a:rPr lang="en-IN" dirty="0"/>
              <a:t>` </a:t>
            </a:r>
            <a:r>
              <a:rPr lang="en-IN" dirty="0" err="1"/>
              <a:t>úUôojÕ</a:t>
            </a:r>
            <a:r>
              <a:rPr lang="en-IN" dirty="0"/>
              <a:t> </a:t>
            </a:r>
            <a:r>
              <a:rPr lang="en-IN" dirty="0" err="1"/>
              <a:t>Uô</a:t>
            </a:r>
            <a:r>
              <a:rPr lang="en-IN" dirty="0"/>
              <a:t> </a:t>
            </a:r>
          </a:p>
          <a:p>
            <a:r>
              <a:rPr lang="en-IN" dirty="0"/>
              <a:t>¨</a:t>
            </a:r>
            <a:r>
              <a:rPr lang="en-IN" dirty="0" err="1"/>
              <a:t>kSLs</a:t>
            </a:r>
            <a:r>
              <a:rPr lang="en-IN" dirty="0"/>
              <a:t> </a:t>
            </a:r>
            <a:r>
              <a:rPr lang="en-IN" dirty="0" err="1"/>
              <a:t>N¡fÑ</a:t>
            </a:r>
            <a:r>
              <a:rPr lang="en-IN" dirty="0"/>
              <a:t> </a:t>
            </a:r>
            <a:r>
              <a:rPr lang="en-IN" dirty="0" err="1"/>
              <a:t>U¬fN</a:t>
            </a:r>
            <a:r>
              <a:rPr lang="en-IN" dirty="0"/>
              <a:t> </a:t>
            </a:r>
            <a:r>
              <a:rPr lang="en-IN" dirty="0" err="1"/>
              <a:t>SôRú</a:t>
            </a:r>
            <a:r>
              <a:rPr lang="en-IN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406209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43CE9-FB92-1A62-4DC3-30888F58B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CA6179-A1CD-2704-FE86-8C90BA14C59C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9A474-F935-A6A2-7060-4C09588CFB4B}"/>
              </a:ext>
            </a:extLst>
          </p:cNvPr>
          <p:cNvSpPr txBox="1"/>
          <p:nvPr/>
        </p:nvSpPr>
        <p:spPr>
          <a:xfrm>
            <a:off x="0" y="5377732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§Vô²fÑm Uô²fÑm </a:t>
            </a:r>
            <a:r>
              <a:rPr lang="en-IN" dirty="0" err="1"/>
              <a:t>úN®fÑm</a:t>
            </a:r>
            <a:r>
              <a:rPr lang="en-IN" dirty="0"/>
              <a:t> </a:t>
            </a:r>
            <a:r>
              <a:rPr lang="en-IN" dirty="0" err="1"/>
              <a:t>úTôûL«p</a:t>
            </a:r>
            <a:r>
              <a:rPr lang="en-IN" dirty="0"/>
              <a:t> </a:t>
            </a:r>
          </a:p>
          <a:p>
            <a:r>
              <a:rPr lang="en-IN" dirty="0"/>
              <a:t>ÎQ </a:t>
            </a:r>
            <a:r>
              <a:rPr lang="en-IN" dirty="0" err="1"/>
              <a:t>ùUkùRk</a:t>
            </a:r>
            <a:r>
              <a:rPr lang="en-IN" dirty="0"/>
              <a:t> S±¡</a:t>
            </a:r>
            <a:r>
              <a:rPr lang="en-IN" dirty="0" err="1"/>
              <a:t>pX</a:t>
            </a:r>
            <a:r>
              <a:rPr lang="en-IN" dirty="0"/>
              <a:t> </a:t>
            </a:r>
            <a:r>
              <a:rPr lang="en-IN" dirty="0" err="1"/>
              <a:t>Oôu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941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4F38F-2E74-B65A-9962-8B5D6A12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B1626B-75F1-253D-3786-CAC189D88E60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F9282-54F1-A121-857E-CA613A5E3D6A}"/>
              </a:ext>
            </a:extLst>
          </p:cNvPr>
          <p:cNvSpPr txBox="1"/>
          <p:nvPr/>
        </p:nvSpPr>
        <p:spPr>
          <a:xfrm>
            <a:off x="0" y="53736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TôX</a:t>
            </a:r>
            <a:r>
              <a:rPr lang="en-IN" dirty="0"/>
              <a:t> £</a:t>
            </a:r>
            <a:r>
              <a:rPr lang="en-IN" dirty="0" err="1"/>
              <a:t>hN</a:t>
            </a:r>
            <a:r>
              <a:rPr lang="en-IN" dirty="0"/>
              <a:t> </a:t>
            </a:r>
            <a:r>
              <a:rPr lang="en-IN" dirty="0" err="1"/>
              <a:t>SpÏùUu</a:t>
            </a:r>
            <a:r>
              <a:rPr lang="en-IN" dirty="0"/>
              <a:t> </a:t>
            </a:r>
            <a:r>
              <a:rPr lang="en-IN" dirty="0" err="1"/>
              <a:t>AlTù</a:t>
            </a:r>
            <a:r>
              <a:rPr lang="en-IN" dirty="0"/>
              <a:t>]</a:t>
            </a:r>
            <a:r>
              <a:rPr lang="en-IN" dirty="0" err="1"/>
              <a:t>e¡Ûm</a:t>
            </a:r>
            <a:r>
              <a:rPr lang="en-IN" dirty="0"/>
              <a:t> </a:t>
            </a:r>
          </a:p>
          <a:p>
            <a:r>
              <a:rPr lang="en-IN" dirty="0" err="1"/>
              <a:t>úNùXÝm</a:t>
            </a:r>
            <a:r>
              <a:rPr lang="en-IN" dirty="0"/>
              <a:t> Ru £ú]</a:t>
            </a:r>
            <a:r>
              <a:rPr lang="en-IN" dirty="0" err="1"/>
              <a:t>Lm</a:t>
            </a:r>
            <a:r>
              <a:rPr lang="en-IN" dirty="0"/>
              <a:t> Ï\</a:t>
            </a:r>
            <a:r>
              <a:rPr lang="en-IN" dirty="0" err="1"/>
              <a:t>gÒ</a:t>
            </a:r>
            <a:r>
              <a:rPr lang="en-IN" dirty="0"/>
              <a:t> </a:t>
            </a:r>
            <a:r>
              <a:rPr lang="en-IN" dirty="0" err="1"/>
              <a:t>úTô«Pô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6232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86E07-545C-1475-D088-7BF90255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5EC26E-E592-1D0F-3BDC-D53F4EFABD00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4CDA75-F016-CDCE-9196-86214866BC9E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SuUùV</a:t>
            </a:r>
            <a:r>
              <a:rPr lang="en-IN" dirty="0"/>
              <a:t> </a:t>
            </a:r>
            <a:r>
              <a:rPr lang="en-IN" dirty="0" err="1"/>
              <a:t>RuLWm</a:t>
            </a:r>
            <a:r>
              <a:rPr lang="en-IN" dirty="0"/>
              <a:t> </a:t>
            </a:r>
            <a:r>
              <a:rPr lang="en-IN" dirty="0" err="1"/>
              <a:t>SpÏùUu</a:t>
            </a:r>
            <a:r>
              <a:rPr lang="en-IN" dirty="0"/>
              <a:t> DN²p </a:t>
            </a:r>
          </a:p>
          <a:p>
            <a:r>
              <a:rPr lang="pt-BR" dirty="0"/>
              <a:t>Gu U]m ®v\Um úS¥Óm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41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</TotalTime>
  <Words>171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2026-02-01T10:20:05Z</dcterms:modified>
</cp:coreProperties>
</file>
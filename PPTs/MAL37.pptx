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90" r:id="rId2"/>
    <p:sldId id="391" r:id="rId3"/>
    <p:sldId id="392" r:id="rId4"/>
    <p:sldId id="393" r:id="rId5"/>
    <p:sldId id="394" r:id="rId6"/>
    <p:sldId id="395" r:id="rId7"/>
    <p:sldId id="396" r:id="rId8"/>
    <p:sldId id="397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159" autoAdjust="0"/>
    <p:restoredTop sz="94660"/>
  </p:normalViewPr>
  <p:slideViewPr>
    <p:cSldViewPr snapToGrid="0">
      <p:cViewPr varScale="1">
        <p:scale>
          <a:sx n="72" d="100"/>
          <a:sy n="72" d="100"/>
        </p:scale>
        <p:origin x="69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AC3A11-E23C-4C91-9DAA-A7DB6AAC3D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9B5FFF-93D6-4781-9A9A-E77BFC633F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AAF2BD-5705-4D68-A5C3-FBDF01E19A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236BB-53DE-4462-8C4F-7698E6995948}" type="datetimeFigureOut">
              <a:rPr lang="en-IN" smtClean="0"/>
              <a:t>07-03-2026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234289-4247-4A68-84EA-EC9C2AEA21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495B14-B1A5-4B06-999C-C4619E537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970371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C70075-6DF3-4D25-9E98-8EACF14B5F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2316E2-57C7-4969-A937-83683E6C30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7D9A98-C774-4FBA-9E43-97B358F7CE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236BB-53DE-4462-8C4F-7698E6995948}" type="datetimeFigureOut">
              <a:rPr lang="en-IN" smtClean="0"/>
              <a:t>07-03-2026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36B057-DC36-4DB4-9F9E-5DC9B4972B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B40CEF-5B50-4D62-BC0D-17F262FE5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436304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16881E-2714-461B-835E-11CD8C5002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94D953-F5C7-4907-A6A2-7471E14A42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E893CD-3379-413B-83AE-6DB29B4887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236BB-53DE-4462-8C4F-7698E6995948}" type="datetimeFigureOut">
              <a:rPr lang="en-IN" smtClean="0"/>
              <a:t>07-03-2026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0ABBE6-9798-474F-9DC9-5D77484341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C3A9AA-F217-4F8B-8C0B-E5B7013969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712546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D30405-2FFA-489F-A091-516DF24854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0E5996-7684-47DE-BDE3-20C0C8B60C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331D4D6-8CA6-4E29-B0A2-5A5430279F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E2E4EB-CDF8-4388-977A-A23A1939A6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236BB-53DE-4462-8C4F-7698E6995948}" type="datetimeFigureOut">
              <a:rPr lang="en-IN" smtClean="0"/>
              <a:t>07-03-2026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E91F11-4457-44F1-9D0B-4A80867F9B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70009C-156A-4A7B-A8DC-F6F2F51F68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490157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F07BB3-03A9-4EE7-AD64-AA73999550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4D1E44-1CDC-449D-A89A-152A9065ED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781E435-41B5-41EA-A7D5-785856073A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B13068B-395C-41F3-A20A-42C2988BB50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6B5C03A-FC37-4724-94D3-FF914040BED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D3A4CF3-0126-489D-9468-3ACE023F0D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236BB-53DE-4462-8C4F-7698E6995948}" type="datetimeFigureOut">
              <a:rPr lang="en-IN" smtClean="0"/>
              <a:t>07-03-2026</a:t>
            </a:fld>
            <a:endParaRPr lang="en-IN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F95F04B-70AE-4706-816F-C8683A39C7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54D49BD-F5FC-46FB-BADC-70206F6F3C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851009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622DF4-5229-4F19-A3B1-B880B83217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CD13378-9289-4C36-A428-FEEA740E0B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236BB-53DE-4462-8C4F-7698E6995948}" type="datetimeFigureOut">
              <a:rPr lang="en-IN" smtClean="0"/>
              <a:t>07-03-2026</a:t>
            </a:fld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FEA3F8A-5715-4096-8B09-8571E71D81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E49E9A8-FE2A-48C4-B526-9F7335E4B5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070848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CAF0D03-7706-4581-97C1-2E207305F2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236BB-53DE-4462-8C4F-7698E6995948}" type="datetimeFigureOut">
              <a:rPr lang="en-IN" smtClean="0"/>
              <a:t>07-03-2026</a:t>
            </a:fld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8F9B19E-0D30-4EFF-A3C7-C96D5C712B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E27EFB-7046-405C-A504-222E2576EF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427828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91C1B-F111-40C4-BB5A-B74F26EA8E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82226E-20DC-41CA-82F0-B69271F15F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5CF6660-841C-4122-B5A6-7EABEEFDEC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695D9D-C89E-4F16-A4B4-5AFAF8BF3B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236BB-53DE-4462-8C4F-7698E6995948}" type="datetimeFigureOut">
              <a:rPr lang="en-IN" smtClean="0"/>
              <a:t>07-03-2026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D250DC-F2F2-406D-AF30-4DE903C904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D4A2D2-6822-432B-90F4-C3F53E78F5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585739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A37C8F-DFB1-47D0-8E5D-FAE5A70C7A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B2508E8-6278-4956-AB06-2A8E5315436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6C2D61B-9E44-40C8-B2E0-C367DC8603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6A4578-BFD2-4435-8311-EACF16FDFC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236BB-53DE-4462-8C4F-7698E6995948}" type="datetimeFigureOut">
              <a:rPr lang="en-IN" smtClean="0"/>
              <a:t>07-03-2026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966CFB-41AA-4778-9006-DD0F50DD43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C40E51-3D05-4164-8CF6-AC9EFF52C2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92954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F41FEB-CA5A-4877-9220-9B3E648EE2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E2450D2-77FC-4EDB-8F1C-1CC3EF4CE8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8919E6-BAF5-4071-BDB8-629F059E36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236BB-53DE-4462-8C4F-7698E6995948}" type="datetimeFigureOut">
              <a:rPr lang="en-IN" smtClean="0"/>
              <a:t>07-03-2026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BC5F2A-6BC6-4860-8EA2-FE2818A38C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57F6BB-8838-4037-945B-8285D67599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549197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B5CB40E-0988-4261-A5D4-A7E976BB5B5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19ED98-8EEA-4753-A678-3844E29679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E4BDA5-045A-447B-842F-2D8D608402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236BB-53DE-4462-8C4F-7698E6995948}" type="datetimeFigureOut">
              <a:rPr lang="en-IN" smtClean="0"/>
              <a:t>07-03-2026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3BA941-A2D6-42CD-868F-819E4ED6C3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6A5C88-663A-4A01-A873-281DEC6279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192157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01418D-3656-4BD6-9DCD-94B00899FE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52415B-FAA0-4266-9239-A964B3E960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5BFE41-C246-42A8-BA06-A34E77CF45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B236BB-53DE-4462-8C4F-7698E6995948}" type="datetimeFigureOut">
              <a:rPr lang="en-IN" smtClean="0"/>
              <a:t>07-03-2026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648419-4B2D-42AB-A087-12306EDEE1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4D8839-BF83-4F9B-B3F0-62E69B3ACC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618309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78BDB258-58CC-44AE-80BE-DB2ADED7CF91}"/>
              </a:ext>
            </a:extLst>
          </p:cNvPr>
          <p:cNvSpPr/>
          <p:nvPr/>
        </p:nvSpPr>
        <p:spPr>
          <a:xfrm>
            <a:off x="0" y="5392855"/>
            <a:ext cx="12192000" cy="1465145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289F7A1-6A28-BB3D-5D77-F9C8E6100FCC}"/>
              </a:ext>
            </a:extLst>
          </p:cNvPr>
          <p:cNvSpPr txBox="1"/>
          <p:nvPr/>
        </p:nvSpPr>
        <p:spPr>
          <a:xfrm>
            <a:off x="0" y="5377729"/>
            <a:ext cx="12192000" cy="144655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4400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mil-049" pitchFamily="2" charset="0"/>
              </a:defRPr>
            </a:lvl1pPr>
          </a:lstStyle>
          <a:p>
            <a:r>
              <a:rPr lang="en-IN" dirty="0" err="1"/>
              <a:t>LôÔkÖ</a:t>
            </a:r>
            <a:r>
              <a:rPr lang="en-IN" dirty="0"/>
              <a:t> </a:t>
            </a:r>
            <a:r>
              <a:rPr lang="en-IN" dirty="0" err="1"/>
              <a:t>Oôu</a:t>
            </a:r>
            <a:r>
              <a:rPr lang="en-IN" dirty="0"/>
              <a:t> ®</a:t>
            </a:r>
            <a:r>
              <a:rPr lang="en-IN" dirty="0" err="1"/>
              <a:t>vYô^jRôp</a:t>
            </a:r>
            <a:r>
              <a:rPr lang="en-IN" dirty="0"/>
              <a:t> </a:t>
            </a:r>
          </a:p>
          <a:p>
            <a:r>
              <a:rPr lang="en-IN" dirty="0"/>
              <a:t>Gu </a:t>
            </a:r>
            <a:r>
              <a:rPr lang="en-IN" dirty="0" err="1"/>
              <a:t>Øu©p</a:t>
            </a:r>
            <a:r>
              <a:rPr lang="en-IN" dirty="0"/>
              <a:t> </a:t>
            </a:r>
            <a:r>
              <a:rPr lang="en-IN" dirty="0" err="1"/>
              <a:t>ùNeLPp</a:t>
            </a:r>
            <a:r>
              <a:rPr lang="en-IN" dirty="0"/>
              <a:t> </a:t>
            </a:r>
            <a:r>
              <a:rPr lang="en-IN" dirty="0" err="1"/>
              <a:t>ùWiPôÏkÖ</a:t>
            </a:r>
            <a:r>
              <a:rPr lang="en-IN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8500995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78BDB258-58CC-44AE-80BE-DB2ADED7CF91}"/>
              </a:ext>
            </a:extLst>
          </p:cNvPr>
          <p:cNvSpPr/>
          <p:nvPr/>
        </p:nvSpPr>
        <p:spPr>
          <a:xfrm>
            <a:off x="0" y="5392855"/>
            <a:ext cx="12192000" cy="1465145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3E293E2-0908-D87F-2723-6C61BF58253E}"/>
              </a:ext>
            </a:extLst>
          </p:cNvPr>
          <p:cNvSpPr txBox="1"/>
          <p:nvPr/>
        </p:nvSpPr>
        <p:spPr>
          <a:xfrm>
            <a:off x="0" y="5377728"/>
            <a:ext cx="12192000" cy="144655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4400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mil-049" pitchFamily="2" charset="0"/>
              </a:defRPr>
            </a:lvl1pPr>
          </a:lstStyle>
          <a:p>
            <a:r>
              <a:rPr lang="en-IN" dirty="0" err="1"/>
              <a:t>LôQôjR</a:t>
            </a:r>
            <a:r>
              <a:rPr lang="en-IN" dirty="0"/>
              <a:t> </a:t>
            </a:r>
            <a:r>
              <a:rPr lang="en-IN" dirty="0" err="1"/>
              <a:t>Lô¬VeMs</a:t>
            </a:r>
            <a:r>
              <a:rPr lang="en-IN" dirty="0"/>
              <a:t> </a:t>
            </a:r>
            <a:r>
              <a:rPr lang="en-IN" dirty="0" err="1"/>
              <a:t>LiØu©p</a:t>
            </a:r>
            <a:r>
              <a:rPr lang="en-IN" dirty="0"/>
              <a:t> </a:t>
            </a:r>
            <a:r>
              <a:rPr lang="en-IN" dirty="0" err="1"/>
              <a:t>ùVkSúTôs</a:t>
            </a:r>
            <a:r>
              <a:rPr lang="en-IN" dirty="0"/>
              <a:t> </a:t>
            </a:r>
          </a:p>
          <a:p>
            <a:r>
              <a:rPr lang="en-IN" dirty="0"/>
              <a:t>®vYô³f º</a:t>
            </a:r>
            <a:r>
              <a:rPr lang="en-IN" dirty="0" err="1"/>
              <a:t>ÓkÖ</a:t>
            </a:r>
            <a:r>
              <a:rPr lang="en-IN" dirty="0"/>
              <a:t> Gu </a:t>
            </a:r>
            <a:r>
              <a:rPr lang="en-IN" dirty="0" err="1"/>
              <a:t>LojRôúY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449683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78BDB258-58CC-44AE-80BE-DB2ADED7CF91}"/>
              </a:ext>
            </a:extLst>
          </p:cNvPr>
          <p:cNvSpPr/>
          <p:nvPr/>
        </p:nvSpPr>
        <p:spPr>
          <a:xfrm>
            <a:off x="0" y="5392855"/>
            <a:ext cx="12192000" cy="1465145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D451E8E-C6A0-8DFF-A089-7FA9BB17A3DD}"/>
              </a:ext>
            </a:extLst>
          </p:cNvPr>
          <p:cNvSpPr txBox="1"/>
          <p:nvPr/>
        </p:nvSpPr>
        <p:spPr>
          <a:xfrm>
            <a:off x="0" y="5370540"/>
            <a:ext cx="12192000" cy="144655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4400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mil-049" pitchFamily="2" charset="0"/>
              </a:defRPr>
            </a:lvl1pPr>
          </a:lstStyle>
          <a:p>
            <a:r>
              <a:rPr lang="en-IN" dirty="0" err="1"/>
              <a:t>G¬úLô</a:t>
            </a:r>
            <a:r>
              <a:rPr lang="en-IN" dirty="0"/>
              <a:t> U§ÛLs </a:t>
            </a:r>
            <a:r>
              <a:rPr lang="en-IN" dirty="0" err="1"/>
              <a:t>EVokÕ</a:t>
            </a:r>
            <a:r>
              <a:rPr lang="en-IN" dirty="0"/>
              <a:t> ¨k </a:t>
            </a:r>
            <a:r>
              <a:rPr lang="en-IN" dirty="0" err="1"/>
              <a:t>Sôp</a:t>
            </a:r>
            <a:r>
              <a:rPr lang="en-IN" dirty="0"/>
              <a:t> </a:t>
            </a:r>
          </a:p>
          <a:p>
            <a:r>
              <a:rPr lang="en-IN" dirty="0" err="1"/>
              <a:t>A§u</a:t>
            </a:r>
            <a:r>
              <a:rPr lang="en-IN" dirty="0"/>
              <a:t> </a:t>
            </a:r>
            <a:r>
              <a:rPr lang="en-IN" dirty="0" err="1"/>
              <a:t>YlTm</a:t>
            </a:r>
            <a:r>
              <a:rPr lang="en-IN" dirty="0"/>
              <a:t> ^</a:t>
            </a:r>
            <a:r>
              <a:rPr lang="en-IN" dirty="0" err="1"/>
              <a:t>ôWªpXô</a:t>
            </a:r>
            <a:r>
              <a:rPr lang="en-IN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4146812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78BDB258-58CC-44AE-80BE-DB2ADED7CF91}"/>
              </a:ext>
            </a:extLst>
          </p:cNvPr>
          <p:cNvSpPr/>
          <p:nvPr/>
        </p:nvSpPr>
        <p:spPr>
          <a:xfrm>
            <a:off x="0" y="5392855"/>
            <a:ext cx="12192000" cy="1465145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DBF3BB-69E2-ABD3-8380-D1F6881CB73E}"/>
              </a:ext>
            </a:extLst>
          </p:cNvPr>
          <p:cNvSpPr txBox="1"/>
          <p:nvPr/>
        </p:nvSpPr>
        <p:spPr>
          <a:xfrm>
            <a:off x="0" y="5377726"/>
            <a:ext cx="12192000" cy="144655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4400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mil-049" pitchFamily="2" charset="0"/>
              </a:defRPr>
            </a:lvl1pPr>
          </a:lstStyle>
          <a:p>
            <a:r>
              <a:rPr lang="en-IN" dirty="0" err="1"/>
              <a:t>Jk¨fÑ</a:t>
            </a:r>
            <a:r>
              <a:rPr lang="en-IN" dirty="0"/>
              <a:t> </a:t>
            </a:r>
            <a:r>
              <a:rPr lang="en-IN" dirty="0" err="1"/>
              <a:t>Sôm</a:t>
            </a:r>
            <a:r>
              <a:rPr lang="en-IN" dirty="0"/>
              <a:t> </a:t>
            </a:r>
            <a:r>
              <a:rPr lang="en-IN" dirty="0" err="1"/>
              <a:t>Bol©f</a:t>
            </a:r>
            <a:r>
              <a:rPr lang="en-IN" dirty="0"/>
              <a:t> </a:t>
            </a:r>
            <a:r>
              <a:rPr lang="en-IN" dirty="0" err="1"/>
              <a:t>ùNkSôp</a:t>
            </a:r>
            <a:r>
              <a:rPr lang="en-IN" dirty="0"/>
              <a:t> </a:t>
            </a:r>
          </a:p>
          <a:p>
            <a:r>
              <a:rPr lang="en-IN" dirty="0"/>
              <a:t>Yu </a:t>
            </a:r>
            <a:r>
              <a:rPr lang="en-IN" dirty="0" err="1"/>
              <a:t>U§p</a:t>
            </a:r>
            <a:r>
              <a:rPr lang="en-IN" dirty="0"/>
              <a:t> </a:t>
            </a:r>
            <a:r>
              <a:rPr lang="en-IN" dirty="0" err="1"/>
              <a:t>ÅÝm</a:t>
            </a:r>
            <a:r>
              <a:rPr lang="en-IN" dirty="0"/>
              <a:t> </a:t>
            </a:r>
            <a:r>
              <a:rPr lang="en-IN" dirty="0" err="1"/>
              <a:t>LôpÑYh¥p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038510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831960-2561-1B78-E884-13189519CA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0ED9439-073E-EB1F-5E7C-26EA5E79C8D2}"/>
              </a:ext>
            </a:extLst>
          </p:cNvPr>
          <p:cNvSpPr/>
          <p:nvPr/>
        </p:nvSpPr>
        <p:spPr>
          <a:xfrm>
            <a:off x="0" y="5392855"/>
            <a:ext cx="12192000" cy="1465145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91024BA-C0FA-1453-C872-473327DEDA13}"/>
              </a:ext>
            </a:extLst>
          </p:cNvPr>
          <p:cNvSpPr txBox="1"/>
          <p:nvPr/>
        </p:nvSpPr>
        <p:spPr>
          <a:xfrm>
            <a:off x="-1" y="5363664"/>
            <a:ext cx="12191999" cy="144655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4400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mil-049" pitchFamily="2" charset="0"/>
              </a:defRPr>
            </a:lvl1pPr>
          </a:lstStyle>
          <a:p>
            <a:r>
              <a:rPr lang="en-IN" dirty="0"/>
              <a:t>Ad²«u </a:t>
            </a:r>
            <a:r>
              <a:rPr lang="en-IN" dirty="0" err="1"/>
              <a:t>Sô</a:t>
            </a:r>
            <a:r>
              <a:rPr lang="en-IN" dirty="0"/>
              <a:t>[</a:t>
            </a:r>
            <a:r>
              <a:rPr lang="en-IN" dirty="0" err="1"/>
              <a:t>eeLs</a:t>
            </a:r>
            <a:r>
              <a:rPr lang="en-IN" dirty="0"/>
              <a:t> </a:t>
            </a:r>
            <a:r>
              <a:rPr lang="en-IN" dirty="0" err="1"/>
              <a:t>ùYs</a:t>
            </a:r>
            <a:r>
              <a:rPr lang="en-IN" dirty="0"/>
              <a:t>[</a:t>
            </a:r>
            <a:r>
              <a:rPr lang="en-IN" dirty="0" err="1"/>
              <a:t>j§u</a:t>
            </a:r>
            <a:r>
              <a:rPr lang="en-IN" dirty="0"/>
              <a:t> K[</a:t>
            </a:r>
            <a:r>
              <a:rPr lang="en-IN" dirty="0" err="1"/>
              <a:t>eMs</a:t>
            </a:r>
            <a:r>
              <a:rPr lang="en-IN" dirty="0"/>
              <a:t> </a:t>
            </a:r>
          </a:p>
          <a:p>
            <a:r>
              <a:rPr lang="en-IN" dirty="0" err="1"/>
              <a:t>Guú</a:t>
            </a:r>
            <a:r>
              <a:rPr lang="en-IN" dirty="0"/>
              <a:t>] </a:t>
            </a:r>
            <a:r>
              <a:rPr lang="en-IN" dirty="0" err="1"/>
              <a:t>RLodÏYôu</a:t>
            </a:r>
            <a:r>
              <a:rPr lang="en-IN" dirty="0"/>
              <a:t> ^</a:t>
            </a:r>
            <a:r>
              <a:rPr lang="en-IN" dirty="0" err="1"/>
              <a:t>ôj§VUpXô</a:t>
            </a:r>
            <a:r>
              <a:rPr lang="en-IN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8738406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F170B8-D09F-13B2-ABAB-653482920C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35F5D6A-2125-40F4-11B0-41260A8230F5}"/>
              </a:ext>
            </a:extLst>
          </p:cNvPr>
          <p:cNvSpPr/>
          <p:nvPr/>
        </p:nvSpPr>
        <p:spPr>
          <a:xfrm>
            <a:off x="0" y="5392855"/>
            <a:ext cx="12192000" cy="1465145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FA699EC-0BE7-DAF5-1FE4-EDB7CC720F46}"/>
              </a:ext>
            </a:extLst>
          </p:cNvPr>
          <p:cNvSpPr txBox="1"/>
          <p:nvPr/>
        </p:nvSpPr>
        <p:spPr>
          <a:xfrm>
            <a:off x="0" y="5361529"/>
            <a:ext cx="12192000" cy="144655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4400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mil-049" pitchFamily="2" charset="0"/>
              </a:defRPr>
            </a:lvl1pPr>
          </a:lstStyle>
          <a:p>
            <a:r>
              <a:rPr lang="en-US" dirty="0"/>
              <a:t>Ad²«p C\e¡ </a:t>
            </a:r>
            <a:r>
              <a:rPr lang="en-US" dirty="0" err="1"/>
              <a:t>ùYs</a:t>
            </a:r>
            <a:r>
              <a:rPr lang="en-US" dirty="0"/>
              <a:t>[</a:t>
            </a:r>
            <a:r>
              <a:rPr lang="en-US" dirty="0" err="1"/>
              <a:t>j§p</a:t>
            </a:r>
            <a:r>
              <a:rPr lang="en-US" dirty="0"/>
              <a:t> </a:t>
            </a:r>
            <a:r>
              <a:rPr lang="en-US" dirty="0" err="1"/>
              <a:t>SPkÖ</a:t>
            </a:r>
            <a:r>
              <a:rPr lang="en-US" dirty="0"/>
              <a:t> </a:t>
            </a:r>
          </a:p>
          <a:p>
            <a:r>
              <a:rPr lang="en-IN" dirty="0" err="1"/>
              <a:t>áúP</a:t>
            </a:r>
            <a:r>
              <a:rPr lang="en-IN" dirty="0"/>
              <a:t> </a:t>
            </a:r>
            <a:r>
              <a:rPr lang="en-IN" dirty="0" err="1"/>
              <a:t>YÚYôu</a:t>
            </a:r>
            <a:r>
              <a:rPr lang="en-IN" dirty="0"/>
              <a:t> </a:t>
            </a:r>
            <a:r>
              <a:rPr lang="en-IN" dirty="0" err="1"/>
              <a:t>LojRÔiÓ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371648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1E9D3F-5D5F-CCE8-EDCE-742CC6F47C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2C5E9E8-A58F-5AB1-A139-255220BC812E}"/>
              </a:ext>
            </a:extLst>
          </p:cNvPr>
          <p:cNvSpPr/>
          <p:nvPr/>
        </p:nvSpPr>
        <p:spPr>
          <a:xfrm>
            <a:off x="0" y="5392855"/>
            <a:ext cx="12192000" cy="1465145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39E246B-1986-61F1-9134-8E2683BE24F0}"/>
              </a:ext>
            </a:extLst>
          </p:cNvPr>
          <p:cNvSpPr txBox="1"/>
          <p:nvPr/>
        </p:nvSpPr>
        <p:spPr>
          <a:xfrm>
            <a:off x="-1" y="5363662"/>
            <a:ext cx="12191999" cy="144655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4400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mil-049" pitchFamily="2" charset="0"/>
              </a:defRPr>
            </a:lvl1pPr>
          </a:lstStyle>
          <a:p>
            <a:r>
              <a:rPr lang="en-IN" dirty="0" err="1"/>
              <a:t>SôÛ</a:t>
            </a:r>
            <a:r>
              <a:rPr lang="en-IN" dirty="0"/>
              <a:t> </a:t>
            </a:r>
            <a:r>
              <a:rPr lang="en-IN" dirty="0" err="1"/>
              <a:t>Sô</a:t>
            </a:r>
            <a:r>
              <a:rPr lang="en-IN" dirty="0"/>
              <a:t>[</a:t>
            </a:r>
            <a:r>
              <a:rPr lang="en-IN" dirty="0" err="1"/>
              <a:t>ôVôÛm</a:t>
            </a:r>
            <a:r>
              <a:rPr lang="en-IN" dirty="0"/>
              <a:t> </a:t>
            </a:r>
            <a:r>
              <a:rPr lang="en-IN" dirty="0" err="1"/>
              <a:t>Sôt</a:t>
            </a:r>
            <a:r>
              <a:rPr lang="en-IN" dirty="0"/>
              <a:t>\m </a:t>
            </a:r>
            <a:r>
              <a:rPr lang="en-IN" dirty="0" err="1"/>
              <a:t>Y¡fNôÛm</a:t>
            </a:r>
            <a:r>
              <a:rPr lang="en-IN" dirty="0"/>
              <a:t> </a:t>
            </a:r>
          </a:p>
          <a:p>
            <a:r>
              <a:rPr lang="en-IN" dirty="0" err="1"/>
              <a:t>LpX</a:t>
            </a:r>
            <a:r>
              <a:rPr lang="en-IN" dirty="0"/>
              <a:t>\ </a:t>
            </a:r>
            <a:r>
              <a:rPr lang="en-IN" dirty="0" err="1"/>
              <a:t>Øu©p</a:t>
            </a:r>
            <a:r>
              <a:rPr lang="en-IN" dirty="0"/>
              <a:t> </a:t>
            </a:r>
            <a:r>
              <a:rPr lang="en-IN" dirty="0" err="1"/>
              <a:t>LojRu</a:t>
            </a:r>
            <a:r>
              <a:rPr lang="en-IN" dirty="0"/>
              <a:t> </a:t>
            </a:r>
            <a:r>
              <a:rPr lang="en-IN" dirty="0" err="1"/>
              <a:t>Yk¿Óm</a:t>
            </a:r>
            <a:r>
              <a:rPr lang="en-IN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7004221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5978DA-E189-B991-FF44-E79BBB1F90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FA4AE491-EDC5-869C-7A48-083B0C5109FE}"/>
              </a:ext>
            </a:extLst>
          </p:cNvPr>
          <p:cNvSpPr/>
          <p:nvPr/>
        </p:nvSpPr>
        <p:spPr>
          <a:xfrm>
            <a:off x="0" y="5392855"/>
            <a:ext cx="12192000" cy="1465145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D3A6EFC-7DD4-2A12-F86C-00626A2475B4}"/>
              </a:ext>
            </a:extLst>
          </p:cNvPr>
          <p:cNvSpPr txBox="1"/>
          <p:nvPr/>
        </p:nvSpPr>
        <p:spPr>
          <a:xfrm>
            <a:off x="-1" y="5361528"/>
            <a:ext cx="12191999" cy="144655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4400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mil-049" pitchFamily="2" charset="0"/>
              </a:defRPr>
            </a:lvl1pPr>
          </a:lstStyle>
          <a:p>
            <a:r>
              <a:rPr lang="en-IN" dirty="0"/>
              <a:t>®vYô³fNôp ¿ </a:t>
            </a:r>
            <a:r>
              <a:rPr lang="en-IN" dirty="0" err="1"/>
              <a:t>ULjÕYm</a:t>
            </a:r>
            <a:r>
              <a:rPr lang="en-IN" dirty="0"/>
              <a:t> </a:t>
            </a:r>
            <a:r>
              <a:rPr lang="en-IN" dirty="0" err="1"/>
              <a:t>LôÔm</a:t>
            </a:r>
            <a:r>
              <a:rPr lang="en-IN" dirty="0"/>
              <a:t> </a:t>
            </a:r>
          </a:p>
          <a:p>
            <a:r>
              <a:rPr lang="en-IN" dirty="0" err="1"/>
              <a:t>NôjRôuú</a:t>
            </a:r>
            <a:r>
              <a:rPr lang="en-IN" dirty="0"/>
              <a:t>\ l\</a:t>
            </a:r>
            <a:r>
              <a:rPr lang="en-IN" dirty="0" err="1"/>
              <a:t>Yo§Ls</a:t>
            </a:r>
            <a:r>
              <a:rPr lang="en-IN" dirty="0"/>
              <a:t> </a:t>
            </a:r>
            <a:r>
              <a:rPr lang="en-IN" dirty="0" err="1"/>
              <a:t>RLok¨ÓúU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094576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1516</TotalTime>
  <Words>128</Words>
  <Application>Microsoft Office PowerPoint</Application>
  <PresentationFormat>Widescreen</PresentationFormat>
  <Paragraphs>16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samson christopher</dc:creator>
  <cp:lastModifiedBy>ETZC Media</cp:lastModifiedBy>
  <cp:revision>61</cp:revision>
  <dcterms:created xsi:type="dcterms:W3CDTF">2019-11-02T16:27:41Z</dcterms:created>
  <dcterms:modified xsi:type="dcterms:W3CDTF">2026-03-07T09:23:10Z</dcterms:modified>
</cp:coreProperties>
</file>
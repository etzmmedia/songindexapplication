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22-02-2026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2F9B1-D6AA-47E8-F135-932F715636F9}"/>
              </a:ext>
            </a:extLst>
          </p:cNvPr>
          <p:cNvSpPr txBox="1"/>
          <p:nvPr/>
        </p:nvSpPr>
        <p:spPr>
          <a:xfrm>
            <a:off x="-1" y="5377727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sv-SE" dirty="0"/>
              <a:t>¾ Lj§dL Gu²p ¿ Lj§dL </a:t>
            </a:r>
          </a:p>
          <a:p>
            <a:r>
              <a:rPr lang="en-IN" dirty="0" err="1"/>
              <a:t>ùNôod¡V</a:t>
            </a:r>
            <a:r>
              <a:rPr lang="en-IN" dirty="0"/>
              <a:t> </a:t>
            </a:r>
            <a:r>
              <a:rPr lang="en-IN" dirty="0" err="1"/>
              <a:t>Wô_ôúY</a:t>
            </a:r>
            <a:r>
              <a:rPr lang="en-IN" dirty="0"/>
              <a:t> ¾ </a:t>
            </a:r>
            <a:r>
              <a:rPr lang="en-IN" dirty="0" err="1"/>
              <a:t>Lj§dL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1E351-9A64-EED1-829C-3966A7E87A3E}"/>
              </a:ext>
            </a:extLst>
          </p:cNvPr>
          <p:cNvSpPr txBox="1"/>
          <p:nvPr/>
        </p:nvSpPr>
        <p:spPr>
          <a:xfrm>
            <a:off x="-1" y="537362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éRXj§u</a:t>
            </a:r>
            <a:r>
              <a:rPr lang="en-IN" dirty="0"/>
              <a:t>]</a:t>
            </a:r>
            <a:r>
              <a:rPr lang="en-IN" dirty="0" err="1"/>
              <a:t>kRLôWm</a:t>
            </a:r>
            <a:r>
              <a:rPr lang="en-IN" dirty="0"/>
              <a:t> ¿</a:t>
            </a:r>
            <a:r>
              <a:rPr lang="en-IN" dirty="0" err="1"/>
              <a:t>dLôu</a:t>
            </a:r>
            <a:r>
              <a:rPr lang="en-IN" dirty="0"/>
              <a:t> </a:t>
            </a:r>
          </a:p>
          <a:p>
            <a:r>
              <a:rPr lang="en-IN" dirty="0"/>
              <a:t>ùNôod¡VôUôUd² </a:t>
            </a:r>
            <a:r>
              <a:rPr lang="en-IN" dirty="0" err="1"/>
              <a:t>Lj§fúNôú</a:t>
            </a:r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B3B21-96C0-B921-DEE6-4B8712E7892D}"/>
              </a:ext>
            </a:extLst>
          </p:cNvPr>
          <p:cNvSpPr txBox="1"/>
          <p:nvPr/>
        </p:nvSpPr>
        <p:spPr>
          <a:xfrm>
            <a:off x="0" y="5370540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TiùPôì</a:t>
            </a:r>
            <a:r>
              <a:rPr lang="en-IN" dirty="0"/>
              <a:t> </a:t>
            </a:r>
            <a:r>
              <a:rPr lang="en-IN" dirty="0" err="1"/>
              <a:t>LôXj§p</a:t>
            </a:r>
            <a:r>
              <a:rPr lang="en-IN" dirty="0"/>
              <a:t> </a:t>
            </a:r>
            <a:r>
              <a:rPr lang="en-IN" dirty="0" err="1"/>
              <a:t>úUôùN</a:t>
            </a:r>
            <a:r>
              <a:rPr lang="en-IN" dirty="0"/>
              <a:t> </a:t>
            </a:r>
            <a:r>
              <a:rPr lang="en-IN" dirty="0" err="1"/>
              <a:t>LiP</a:t>
            </a:r>
            <a:r>
              <a:rPr lang="en-IN" dirty="0"/>
              <a:t> </a:t>
            </a:r>
          </a:p>
          <a:p>
            <a:r>
              <a:rPr lang="pt-BR" dirty="0"/>
              <a:t>ØslTPol©às°p Lj§ùVôÚ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A364C-3B47-F62C-4037-46913D156F61}"/>
              </a:ext>
            </a:extLst>
          </p:cNvPr>
          <p:cNvSpPr txBox="1"/>
          <p:nvPr/>
        </p:nvSpPr>
        <p:spPr>
          <a:xfrm>
            <a:off x="0" y="537053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l-PL" dirty="0"/>
              <a:t>ULjYj§u ¾ Gu²p Lj§dLúQ </a:t>
            </a:r>
          </a:p>
          <a:p>
            <a:r>
              <a:rPr lang="pl-PL" dirty="0"/>
              <a:t>U]£u]Ñj§úV ¿d¡ÓYôu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55CE-7FED-900A-4912-A69F1114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46ACFAC-C112-BB20-0570-39EEA5A42D2C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301C1-F8C4-1EFF-BE49-73CC2CE3F98D}"/>
              </a:ext>
            </a:extLst>
          </p:cNvPr>
          <p:cNvSpPr txBox="1"/>
          <p:nvPr/>
        </p:nvSpPr>
        <p:spPr>
          <a:xfrm>
            <a:off x="0" y="537053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ùTkRdúLôv§u</a:t>
            </a:r>
            <a:r>
              <a:rPr lang="en-IN" dirty="0"/>
              <a:t> Sô°Xd² </a:t>
            </a:r>
            <a:r>
              <a:rPr lang="en-IN" dirty="0" err="1"/>
              <a:t>SôYôp</a:t>
            </a:r>
            <a:r>
              <a:rPr lang="en-IN" dirty="0"/>
              <a:t> </a:t>
            </a:r>
          </a:p>
          <a:p>
            <a:r>
              <a:rPr lang="en-IN" dirty="0" err="1"/>
              <a:t>NkRúUôPeÐ</a:t>
            </a:r>
            <a:r>
              <a:rPr lang="en-IN" dirty="0"/>
              <a:t> </a:t>
            </a:r>
            <a:r>
              <a:rPr lang="en-IN" dirty="0" err="1"/>
              <a:t>TLokSúTôùX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4037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5148-C877-5397-01B8-3EB989056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277D44-56A8-15F6-2253-C5188A9EBC9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5EFC0-A600-6CCE-187D-BE871DEAB122}"/>
              </a:ext>
            </a:extLst>
          </p:cNvPr>
          <p:cNvSpPr txBox="1"/>
          <p:nvPr/>
        </p:nvSpPr>
        <p:spPr>
          <a:xfrm>
            <a:off x="0" y="537053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Guù</a:t>
            </a:r>
            <a:r>
              <a:rPr lang="en-IN" dirty="0"/>
              <a:t>]</a:t>
            </a:r>
            <a:r>
              <a:rPr lang="en-IN" dirty="0" err="1"/>
              <a:t>Ùm</a:t>
            </a:r>
            <a:r>
              <a:rPr lang="en-IN" dirty="0"/>
              <a:t> G²dÏs[ </a:t>
            </a:r>
            <a:r>
              <a:rPr lang="en-IN" dirty="0" err="1"/>
              <a:t>NLXjùRÙm</a:t>
            </a:r>
            <a:r>
              <a:rPr lang="en-IN" dirty="0"/>
              <a:t> </a:t>
            </a:r>
          </a:p>
          <a:p>
            <a:r>
              <a:rPr lang="en-IN" dirty="0" err="1"/>
              <a:t>VôLUôVolTQm</a:t>
            </a:r>
            <a:r>
              <a:rPr lang="en-IN" dirty="0"/>
              <a:t> </a:t>
            </a:r>
            <a:r>
              <a:rPr lang="en-IN" dirty="0" err="1"/>
              <a:t>ùNnÙkÖ</a:t>
            </a:r>
            <a:r>
              <a:rPr lang="en-IN" dirty="0"/>
              <a:t> </a:t>
            </a:r>
            <a:r>
              <a:rPr lang="en-IN" dirty="0" err="1"/>
              <a:t>Oôu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18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1513</TotalTime>
  <Words>84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2026-02-22T11:37:52Z</dcterms:modified>
</cp:coreProperties>
</file>
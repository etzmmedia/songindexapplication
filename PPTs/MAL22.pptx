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delSld modSld">
      <pc:chgData name="ETZC Media" userId="05f0189a5894c19d" providerId="LiveId" clId="{74A74B86-AB48-4D11-ACCF-EA0EDB4FDC3C}" dt="2026-03-15T01:26:36.212" v="9" actId="1035"/>
      <pc:docMkLst>
        <pc:docMk/>
      </pc:docMkLst>
      <pc:sldChg chg="del">
        <pc:chgData name="ETZC Media" userId="05f0189a5894c19d" providerId="LiveId" clId="{74A74B86-AB48-4D11-ACCF-EA0EDB4FDC3C}" dt="2026-03-15T01:25:48.781" v="0" actId="47"/>
        <pc:sldMkLst>
          <pc:docMk/>
          <pc:sldMk cId="1777894342" sldId="389"/>
        </pc:sldMkLst>
      </pc:sldChg>
      <pc:sldChg chg="modSp mod">
        <pc:chgData name="ETZC Media" userId="05f0189a5894c19d" providerId="LiveId" clId="{74A74B86-AB48-4D11-ACCF-EA0EDB4FDC3C}" dt="2026-03-15T01:26:36.212" v="9" actId="1035"/>
        <pc:sldMkLst>
          <pc:docMk/>
          <pc:sldMk cId="1040337990" sldId="396"/>
        </pc:sldMkLst>
        <pc:spChg chg="mod">
          <ac:chgData name="ETZC Media" userId="05f0189a5894c19d" providerId="LiveId" clId="{74A74B86-AB48-4D11-ACCF-EA0EDB4FDC3C}" dt="2026-03-15T01:26:36.212" v="9" actId="1035"/>
          <ac:spMkLst>
            <pc:docMk/>
            <pc:sldMk cId="1040337990" sldId="396"/>
            <ac:spMk id="3" creationId="{95489F44-1A8E-D73D-589A-48A4F2E52B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3551-4DC7-8F27-978E-C94FA05F0F75}"/>
              </a:ext>
            </a:extLst>
          </p:cNvPr>
          <p:cNvSpPr txBox="1"/>
          <p:nvPr/>
        </p:nvSpPr>
        <p:spPr>
          <a:xfrm>
            <a:off x="0" y="5730717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Bõ</a:t>
            </a:r>
            <a:r>
              <a:rPr lang="en-IN" dirty="0"/>
              <a:t> </a:t>
            </a:r>
            <a:r>
              <a:rPr lang="en-IN" dirty="0" err="1"/>
              <a:t>Bõ</a:t>
            </a:r>
            <a:r>
              <a:rPr lang="en-IN" dirty="0"/>
              <a:t> </a:t>
            </a:r>
            <a:r>
              <a:rPr lang="en-IN" dirty="0" err="1"/>
              <a:t>Bõ</a:t>
            </a:r>
            <a:r>
              <a:rPr lang="en-IN" dirty="0"/>
              <a:t> </a:t>
            </a:r>
            <a:r>
              <a:rPr lang="en-IN" dirty="0" err="1"/>
              <a:t>Bõ</a:t>
            </a:r>
            <a:r>
              <a:rPr lang="en-IN" dirty="0"/>
              <a:t> GkÖ </a:t>
            </a:r>
            <a:r>
              <a:rPr lang="en-IN" dirty="0" err="1"/>
              <a:t>LôÔm</a:t>
            </a:r>
            <a:r>
              <a:rPr lang="en-IN" dirty="0"/>
              <a:t> </a:t>
            </a:r>
            <a:r>
              <a:rPr lang="en-IN" dirty="0" err="1"/>
              <a:t>CúVÑ</a:t>
            </a:r>
            <a:r>
              <a:rPr lang="en-IN" dirty="0"/>
              <a:t> </a:t>
            </a:r>
            <a:r>
              <a:rPr lang="en-IN" dirty="0" err="1"/>
              <a:t>Wô_ú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25346-78D7-CBF7-8A0E-68919F40BA7B}"/>
              </a:ext>
            </a:extLst>
          </p:cNvPr>
          <p:cNvSpPr txBox="1"/>
          <p:nvPr/>
        </p:nvSpPr>
        <p:spPr>
          <a:xfrm>
            <a:off x="0" y="537053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LôXUôn</a:t>
            </a:r>
            <a:r>
              <a:rPr lang="en-IN" dirty="0"/>
              <a:t>. </a:t>
            </a:r>
            <a:r>
              <a:rPr lang="en-IN" dirty="0" err="1"/>
              <a:t>LôXUôn</a:t>
            </a:r>
            <a:r>
              <a:rPr lang="en-IN" dirty="0"/>
              <a:t> T\</a:t>
            </a:r>
            <a:r>
              <a:rPr lang="en-IN" dirty="0" err="1"/>
              <a:t>kÖ</a:t>
            </a:r>
            <a:r>
              <a:rPr lang="en-IN" dirty="0"/>
              <a:t> </a:t>
            </a:r>
            <a:r>
              <a:rPr lang="en-IN" dirty="0" err="1"/>
              <a:t>úTôLôu</a:t>
            </a:r>
            <a:r>
              <a:rPr lang="en-IN" dirty="0"/>
              <a:t> </a:t>
            </a:r>
            <a:r>
              <a:rPr lang="en-IN" dirty="0" err="1"/>
              <a:t>LôXUô</a:t>
            </a:r>
            <a:r>
              <a:rPr lang="en-IN" dirty="0"/>
              <a:t>« </a:t>
            </a:r>
          </a:p>
          <a:p>
            <a:r>
              <a:rPr lang="en-IN" dirty="0" err="1"/>
              <a:t>Wô_ô</a:t>
            </a:r>
            <a:r>
              <a:rPr lang="en-IN" dirty="0"/>
              <a:t>§ </a:t>
            </a:r>
            <a:r>
              <a:rPr lang="en-IN" dirty="0" err="1"/>
              <a:t>Wô_u</a:t>
            </a:r>
            <a:r>
              <a:rPr lang="en-IN" dirty="0"/>
              <a:t> </a:t>
            </a:r>
            <a:r>
              <a:rPr lang="en-IN" dirty="0" err="1"/>
              <a:t>YÚkÖ</a:t>
            </a:r>
            <a:r>
              <a:rPr lang="en-IN" dirty="0"/>
              <a:t> </a:t>
            </a:r>
            <a:r>
              <a:rPr lang="en-IN" dirty="0" err="1"/>
              <a:t>úYLm</a:t>
            </a:r>
            <a:r>
              <a:rPr lang="en-IN" dirty="0"/>
              <a:t> ©±</a:t>
            </a:r>
            <a:r>
              <a:rPr lang="en-IN" dirty="0" err="1"/>
              <a:t>VúW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087A1-DBD1-BC4F-357C-EF9A60D475A4}"/>
              </a:ext>
            </a:extLst>
          </p:cNvPr>
          <p:cNvSpPr txBox="1"/>
          <p:nvPr/>
        </p:nvSpPr>
        <p:spPr>
          <a:xfrm>
            <a:off x="0" y="53736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LôL[ </a:t>
            </a:r>
            <a:r>
              <a:rPr lang="en-IN" dirty="0" err="1"/>
              <a:t>NlRm</a:t>
            </a:r>
            <a:r>
              <a:rPr lang="en-IN" dirty="0"/>
              <a:t> </a:t>
            </a:r>
            <a:r>
              <a:rPr lang="en-IN" dirty="0" err="1"/>
              <a:t>úLh¥ÓkS</a:t>
            </a:r>
            <a:r>
              <a:rPr lang="en-IN" dirty="0"/>
              <a:t> </a:t>
            </a:r>
            <a:r>
              <a:rPr lang="en-IN" dirty="0" err="1"/>
              <a:t>Sô°p</a:t>
            </a:r>
            <a:r>
              <a:rPr lang="en-IN" dirty="0"/>
              <a:t> </a:t>
            </a:r>
          </a:p>
          <a:p>
            <a:r>
              <a:rPr lang="en-IN" dirty="0" err="1"/>
              <a:t>ApúXíVô</a:t>
            </a:r>
            <a:r>
              <a:rPr lang="en-IN" dirty="0"/>
              <a:t> ¸Rm </a:t>
            </a:r>
            <a:r>
              <a:rPr lang="en-IN" dirty="0" err="1"/>
              <a:t>Tô¥ÓúU</a:t>
            </a:r>
            <a:r>
              <a:rPr lang="en-IN" dirty="0"/>
              <a:t> </a:t>
            </a:r>
            <a:r>
              <a:rPr lang="en-IN" dirty="0" err="1"/>
              <a:t>AkÖOôu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3F531-3CA8-5638-0EA1-AC85A009F676}"/>
              </a:ext>
            </a:extLst>
          </p:cNvPr>
          <p:cNvSpPr txBox="1"/>
          <p:nvPr/>
        </p:nvSpPr>
        <p:spPr>
          <a:xfrm>
            <a:off x="0" y="53736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Gk¨²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úNok¿Óm</a:t>
            </a:r>
            <a:r>
              <a:rPr lang="en-IN" dirty="0"/>
              <a:t> </a:t>
            </a:r>
            <a:r>
              <a:rPr lang="en-IN" dirty="0" err="1"/>
              <a:t>ùTôuàØLm</a:t>
            </a:r>
            <a:r>
              <a:rPr lang="en-IN" dirty="0"/>
              <a:t> </a:t>
            </a:r>
            <a:r>
              <a:rPr lang="en-IN" dirty="0" err="1"/>
              <a:t>LôÔYôu</a:t>
            </a:r>
            <a:r>
              <a:rPr lang="en-IN" dirty="0"/>
              <a:t> </a:t>
            </a:r>
          </a:p>
          <a:p>
            <a:r>
              <a:rPr lang="en-IN" dirty="0" err="1"/>
              <a:t>úNôTúVßm</a:t>
            </a:r>
            <a:r>
              <a:rPr lang="en-IN" dirty="0"/>
              <a:t> </a:t>
            </a:r>
            <a:r>
              <a:rPr lang="en-IN" dirty="0" err="1"/>
              <a:t>Sôh¥p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úTô«ÓYôu</a:t>
            </a:r>
            <a:r>
              <a:rPr lang="en-IN" dirty="0"/>
              <a:t> </a:t>
            </a:r>
            <a:r>
              <a:rPr lang="en-IN" dirty="0" err="1"/>
              <a:t>LôXUô</a:t>
            </a:r>
            <a:r>
              <a:rPr lang="en-IN" dirty="0"/>
              <a:t>«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5CEF-D20E-4991-F7AC-146F5669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605A30-8EC8-66D7-9EB3-E80F5442251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A6634-B163-9B3B-84A5-A4530CF16A80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úXôLj§p</a:t>
            </a:r>
            <a:r>
              <a:rPr lang="en-IN" dirty="0"/>
              <a:t> </a:t>
            </a:r>
            <a:r>
              <a:rPr lang="en-IN" dirty="0" err="1"/>
              <a:t>Oôù</a:t>
            </a:r>
            <a:r>
              <a:rPr lang="en-IN" dirty="0"/>
              <a:t>]</a:t>
            </a:r>
            <a:r>
              <a:rPr lang="en-IN" dirty="0" err="1"/>
              <a:t>ôÚ</a:t>
            </a:r>
            <a:r>
              <a:rPr lang="en-IN" dirty="0"/>
              <a:t> ¨</a:t>
            </a:r>
            <a:r>
              <a:rPr lang="en-IN" dirty="0" err="1"/>
              <a:t>k¨Rù</a:t>
            </a:r>
            <a:r>
              <a:rPr lang="en-IN" dirty="0"/>
              <a:t>]</a:t>
            </a:r>
            <a:r>
              <a:rPr lang="en-IN" dirty="0" err="1"/>
              <a:t>e¢Ûm</a:t>
            </a:r>
            <a:r>
              <a:rPr lang="en-IN" dirty="0"/>
              <a:t> </a:t>
            </a:r>
          </a:p>
          <a:p>
            <a:r>
              <a:rPr lang="en-IN" dirty="0" err="1"/>
              <a:t>úULj§p</a:t>
            </a:r>
            <a:r>
              <a:rPr lang="en-IN" dirty="0"/>
              <a:t> </a:t>
            </a:r>
            <a:r>
              <a:rPr lang="en-IN" dirty="0" err="1"/>
              <a:t>Oôù</a:t>
            </a:r>
            <a:r>
              <a:rPr lang="en-IN" dirty="0"/>
              <a:t>]</a:t>
            </a:r>
            <a:r>
              <a:rPr lang="en-IN" dirty="0" err="1"/>
              <a:t>ôÚ</a:t>
            </a:r>
            <a:r>
              <a:rPr lang="en-IN" dirty="0"/>
              <a:t> </a:t>
            </a:r>
            <a:r>
              <a:rPr lang="en-IN" dirty="0" err="1"/>
              <a:t>çR</a:t>
            </a:r>
            <a:r>
              <a:rPr lang="en-IN" dirty="0"/>
              <a:t>]</a:t>
            </a:r>
            <a:r>
              <a:rPr lang="en-IN" dirty="0" err="1"/>
              <a:t>ôn</a:t>
            </a:r>
            <a:r>
              <a:rPr lang="en-IN" dirty="0"/>
              <a:t> </a:t>
            </a:r>
            <a:r>
              <a:rPr lang="en-IN" dirty="0" err="1"/>
              <a:t>YôÝúU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894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3DDA-93EB-9143-EAB1-D5B17C6D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A0A178-BBF1-E03F-3F87-8D09062EAA6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8A3BC-CB13-1957-7AE0-F145DBB81BCA}"/>
              </a:ext>
            </a:extLst>
          </p:cNvPr>
          <p:cNvSpPr txBox="1"/>
          <p:nvPr/>
        </p:nvSpPr>
        <p:spPr>
          <a:xfrm>
            <a:off x="0" y="5373625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 err="1"/>
              <a:t>CúVÑWô_u</a:t>
            </a:r>
            <a:r>
              <a:rPr lang="en-IN" sz="4200" dirty="0"/>
              <a:t> </a:t>
            </a:r>
            <a:r>
              <a:rPr lang="en-IN" sz="4200" dirty="0" err="1"/>
              <a:t>YÚkÖ</a:t>
            </a:r>
            <a:r>
              <a:rPr lang="en-IN" sz="4200" dirty="0"/>
              <a:t> </a:t>
            </a:r>
            <a:r>
              <a:rPr lang="en-IN" sz="4200" dirty="0" err="1"/>
              <a:t>TdRuUôúW</a:t>
            </a:r>
            <a:r>
              <a:rPr lang="en-IN" sz="4200" dirty="0"/>
              <a:t> </a:t>
            </a:r>
            <a:r>
              <a:rPr lang="en-IN" sz="4200" dirty="0" err="1"/>
              <a:t>úNodÏYôu</a:t>
            </a:r>
            <a:r>
              <a:rPr lang="en-IN" sz="4200" dirty="0"/>
              <a:t> </a:t>
            </a:r>
          </a:p>
          <a:p>
            <a:r>
              <a:rPr lang="en-IN" sz="4200" dirty="0" err="1"/>
              <a:t>ùNôodLô</a:t>
            </a:r>
            <a:r>
              <a:rPr lang="en-IN" sz="4200" dirty="0"/>
              <a:t>§ </a:t>
            </a:r>
            <a:r>
              <a:rPr lang="en-IN" sz="4200" dirty="0" err="1"/>
              <a:t>ùNôodLeM°p</a:t>
            </a:r>
            <a:r>
              <a:rPr lang="en-IN" sz="4200" dirty="0"/>
              <a:t> </a:t>
            </a:r>
            <a:r>
              <a:rPr lang="en-IN" sz="4200" dirty="0" err="1"/>
              <a:t>YôNm</a:t>
            </a:r>
            <a:r>
              <a:rPr lang="en-IN" sz="4200" dirty="0"/>
              <a:t> </a:t>
            </a:r>
            <a:r>
              <a:rPr lang="en-IN" sz="4200" dirty="0" err="1"/>
              <a:t>ùNnYôu</a:t>
            </a:r>
            <a:r>
              <a:rPr lang="en-IN" sz="4200" dirty="0"/>
              <a:t> </a:t>
            </a:r>
            <a:r>
              <a:rPr lang="en-IN" sz="4200" dirty="0" err="1"/>
              <a:t>LôXUô</a:t>
            </a:r>
            <a:r>
              <a:rPr lang="en-IN" sz="4200" dirty="0"/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364842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99AA-5FA8-EE50-E8EC-D795D1CE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7726F5-5D15-C041-B5F2-E51470D9F83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89F44-1A8E-D73D-589A-48A4F2E52B30}"/>
              </a:ext>
            </a:extLst>
          </p:cNvPr>
          <p:cNvSpPr txBox="1"/>
          <p:nvPr/>
        </p:nvSpPr>
        <p:spPr>
          <a:xfrm>
            <a:off x="-1" y="5370541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Øs¡ÃP </a:t>
            </a:r>
            <a:r>
              <a:rPr lang="en-IN" sz="4400" dirty="0" err="1"/>
              <a:t>Rô¬Vôn</a:t>
            </a:r>
            <a:r>
              <a:rPr lang="en-IN" sz="4400" dirty="0"/>
              <a:t> </a:t>
            </a:r>
            <a:r>
              <a:rPr lang="en-IN" sz="4400" dirty="0" err="1"/>
              <a:t>LPkÖúTôV</a:t>
            </a:r>
            <a:r>
              <a:rPr lang="en-IN" sz="4400" dirty="0"/>
              <a:t> ©±</a:t>
            </a:r>
            <a:r>
              <a:rPr lang="en-IN" sz="4400" dirty="0" err="1"/>
              <a:t>Vú</a:t>
            </a:r>
            <a:r>
              <a:rPr lang="en-IN" sz="4400" dirty="0"/>
              <a:t>] </a:t>
            </a:r>
          </a:p>
          <a:p>
            <a:r>
              <a:rPr lang="en-IN" sz="4400" dirty="0" err="1"/>
              <a:t>ùTôu</a:t>
            </a:r>
            <a:r>
              <a:rPr lang="en-IN" sz="4400" dirty="0"/>
              <a:t> ¡</a:t>
            </a:r>
            <a:r>
              <a:rPr lang="en-IN" sz="4400" dirty="0" err="1"/>
              <a:t>ÃPRô¬Vôn</a:t>
            </a:r>
            <a:r>
              <a:rPr lang="en-IN" sz="4400" dirty="0"/>
              <a:t> </a:t>
            </a:r>
            <a:r>
              <a:rPr lang="en-IN" sz="4400" dirty="0" err="1"/>
              <a:t>AkÖOôu</a:t>
            </a:r>
            <a:r>
              <a:rPr lang="en-IN" sz="4400" dirty="0"/>
              <a:t> </a:t>
            </a:r>
            <a:r>
              <a:rPr lang="en-IN" sz="4400" dirty="0" err="1"/>
              <a:t>LôÔúU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033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122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2026-03-15T01:26:41Z</dcterms:modified>
</cp:coreProperties>
</file>
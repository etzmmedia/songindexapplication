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01T10:20:37.379" v="0" actId="20577"/>
      <pc:docMkLst>
        <pc:docMk/>
      </pc:docMkLst>
      <pc:sldChg chg="modSp mod">
        <pc:chgData name="ETZC Media" userId="05f0189a5894c19d" providerId="LiveId" clId="{74A74B86-AB48-4D11-ACCF-EA0EDB4FDC3C}" dt="2026-02-01T10:20:37.379" v="0" actId="20577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2-01T10:20:37.379" v="0" actId="20577"/>
          <ac:spMkLst>
            <pc:docMk/>
            <pc:sldMk cId="944968354" sldId="391"/>
            <ac:spMk id="3" creationId="{B55BA83D-2D3D-8D96-DCD3-4138FB8877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ABA74-FEB5-A43E-F211-D248368614C0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BjU</a:t>
            </a:r>
            <a:r>
              <a:rPr lang="en-IN" dirty="0"/>
              <a:t> </a:t>
            </a:r>
            <a:r>
              <a:rPr lang="en-IN" dirty="0" err="1"/>
              <a:t>NkúRô`m</a:t>
            </a:r>
            <a:r>
              <a:rPr lang="en-IN" dirty="0"/>
              <a:t> </a:t>
            </a:r>
            <a:r>
              <a:rPr lang="en-IN" dirty="0" err="1"/>
              <a:t>ùLôiPô</a:t>
            </a:r>
            <a:r>
              <a:rPr lang="en-IN" dirty="0"/>
              <a:t>]</a:t>
            </a:r>
            <a:r>
              <a:rPr lang="en-IN" dirty="0" err="1"/>
              <a:t>k¨lTôu</a:t>
            </a:r>
            <a:r>
              <a:rPr lang="en-IN" dirty="0"/>
              <a:t> - Ck </a:t>
            </a:r>
          </a:p>
          <a:p>
            <a:r>
              <a:rPr lang="en-IN" dirty="0" err="1"/>
              <a:t>SôjU</a:t>
            </a:r>
            <a:r>
              <a:rPr lang="en-IN" dirty="0"/>
              <a:t> </a:t>
            </a:r>
            <a:r>
              <a:rPr lang="en-IN" dirty="0" err="1"/>
              <a:t>Uô¬ùLôiÓ</a:t>
            </a:r>
            <a:r>
              <a:rPr lang="en-IN" dirty="0"/>
              <a:t> ¨û\</a:t>
            </a:r>
            <a:r>
              <a:rPr lang="en-IN" dirty="0" err="1"/>
              <a:t>dúLQúU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BA83D-2D3D-8D96-DCD3-4138FB88778C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ùRnYj§uú</a:t>
            </a:r>
            <a:r>
              <a:rPr lang="en-IN" dirty="0"/>
              <a:t>\ </a:t>
            </a:r>
            <a:r>
              <a:rPr lang="en-IN" dirty="0" err="1"/>
              <a:t>úR_v</a:t>
            </a:r>
            <a:r>
              <a:rPr lang="en-IN" dirty="0"/>
              <a:t> </a:t>
            </a:r>
            <a:r>
              <a:rPr lang="en-IN" dirty="0" err="1"/>
              <a:t>Ckß</a:t>
            </a:r>
            <a:r>
              <a:rPr lang="en-IN" dirty="0"/>
              <a:t> </a:t>
            </a:r>
            <a:r>
              <a:rPr lang="en-IN" dirty="0" err="1"/>
              <a:t>C®úP</a:t>
            </a:r>
            <a:r>
              <a:rPr lang="en-IN" dirty="0"/>
              <a:t> </a:t>
            </a:r>
          </a:p>
          <a:p>
            <a:r>
              <a:rPr lang="en-IN" dirty="0"/>
              <a:t>©</a:t>
            </a:r>
            <a:r>
              <a:rPr lang="en-IN" dirty="0" err="1"/>
              <a:t>WLô£dúLQm</a:t>
            </a:r>
            <a:r>
              <a:rPr lang="en-IN" dirty="0"/>
              <a:t> </a:t>
            </a:r>
            <a:r>
              <a:rPr lang="en-IN" dirty="0" err="1"/>
              <a:t>ùY°fNUô</a:t>
            </a:r>
            <a:r>
              <a:rPr lang="en-IN" dirty="0"/>
              <a:t>«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66153-6219-D1A4-3CC3-81FEBC17AF8F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TôYj§uú</a:t>
            </a:r>
            <a:r>
              <a:rPr lang="en-IN" dirty="0"/>
              <a:t>\ </a:t>
            </a:r>
            <a:r>
              <a:rPr lang="en-IN" dirty="0" err="1"/>
              <a:t>GpXô</a:t>
            </a:r>
            <a:r>
              <a:rPr lang="en-IN" dirty="0"/>
              <a:t> </a:t>
            </a:r>
            <a:r>
              <a:rPr lang="en-IN" dirty="0" err="1"/>
              <a:t>AkRLôWeLs</a:t>
            </a:r>
            <a:endParaRPr lang="en-IN" dirty="0"/>
          </a:p>
          <a:p>
            <a:r>
              <a:rPr lang="en-IN" dirty="0" err="1"/>
              <a:t>GpXô</a:t>
            </a:r>
            <a:r>
              <a:rPr lang="en-IN" dirty="0"/>
              <a:t> Es[</a:t>
            </a:r>
            <a:r>
              <a:rPr lang="en-IN" dirty="0" err="1"/>
              <a:t>j§p</a:t>
            </a:r>
            <a:r>
              <a:rPr lang="en-IN" dirty="0"/>
              <a:t> ¨</a:t>
            </a:r>
            <a:r>
              <a:rPr lang="en-IN" dirty="0" err="1"/>
              <a:t>kÖm</a:t>
            </a:r>
            <a:r>
              <a:rPr lang="en-IN" dirty="0"/>
              <a:t> ¿</a:t>
            </a:r>
            <a:r>
              <a:rPr lang="en-IN" dirty="0" err="1"/>
              <a:t>e¢lúTôLhúP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71864-2C5E-B90A-1140-B87295A27FE0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ùNôodL</a:t>
            </a:r>
            <a:r>
              <a:rPr lang="en-IN" dirty="0"/>
              <a:t> </a:t>
            </a:r>
            <a:r>
              <a:rPr lang="en-IN" dirty="0" err="1"/>
              <a:t>NkúRô`e</a:t>
            </a:r>
            <a:r>
              <a:rPr lang="en-IN" dirty="0"/>
              <a:t> </a:t>
            </a:r>
            <a:r>
              <a:rPr lang="en-IN" dirty="0" err="1"/>
              <a:t>LiPô</a:t>
            </a:r>
            <a:r>
              <a:rPr lang="en-IN" dirty="0"/>
              <a:t>]</a:t>
            </a:r>
            <a:r>
              <a:rPr lang="en-IN" dirty="0" err="1"/>
              <a:t>k¨lTôu</a:t>
            </a:r>
            <a:r>
              <a:rPr lang="en-IN" dirty="0"/>
              <a:t> </a:t>
            </a:r>
          </a:p>
          <a:p>
            <a:r>
              <a:rPr lang="en-IN" dirty="0" err="1"/>
              <a:t>BjU</a:t>
            </a:r>
            <a:r>
              <a:rPr lang="en-IN" dirty="0"/>
              <a:t> </a:t>
            </a:r>
            <a:r>
              <a:rPr lang="en-IN" dirty="0" err="1"/>
              <a:t>Nd§Vô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kÕ</a:t>
            </a:r>
            <a:r>
              <a:rPr lang="en-IN" dirty="0"/>
              <a:t> </a:t>
            </a:r>
            <a:r>
              <a:rPr lang="en-IN" dirty="0" err="1"/>
              <a:t>SPjRQúU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FF02-FFEB-CFDF-868C-7972A728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62691A-AD6F-0B4F-6386-B92215628EF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289CF-B070-E5F8-12DA-3F911B839EE0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LpÛ</a:t>
            </a:r>
            <a:r>
              <a:rPr lang="en-IN" dirty="0"/>
              <a:t> </a:t>
            </a:r>
            <a:r>
              <a:rPr lang="en-IN" dirty="0" err="1"/>
              <a:t>úTôÛs</a:t>
            </a:r>
            <a:r>
              <a:rPr lang="en-IN" dirty="0"/>
              <a:t>[ </a:t>
            </a:r>
            <a:r>
              <a:rPr lang="en-IN" dirty="0" err="1"/>
              <a:t>GpXô</a:t>
            </a:r>
            <a:r>
              <a:rPr lang="en-IN" dirty="0"/>
              <a:t> Es[</a:t>
            </a:r>
            <a:r>
              <a:rPr lang="en-IN" dirty="0" err="1"/>
              <a:t>eMú</a:t>
            </a:r>
            <a:r>
              <a:rPr lang="en-IN" dirty="0"/>
              <a:t>[</a:t>
            </a:r>
            <a:r>
              <a:rPr lang="en-IN" dirty="0" err="1"/>
              <a:t>Ùm</a:t>
            </a:r>
            <a:r>
              <a:rPr lang="en-IN" dirty="0"/>
              <a:t> </a:t>
            </a:r>
          </a:p>
          <a:p>
            <a:r>
              <a:rPr lang="en-IN" dirty="0" err="1"/>
              <a:t>Ckß</a:t>
            </a:r>
            <a:r>
              <a:rPr lang="en-IN" dirty="0"/>
              <a:t> </a:t>
            </a:r>
            <a:r>
              <a:rPr lang="en-IN" dirty="0" err="1"/>
              <a:t>ùUÝÏ</a:t>
            </a:r>
            <a:r>
              <a:rPr lang="en-IN" dirty="0"/>
              <a:t> </a:t>
            </a:r>
            <a:r>
              <a:rPr lang="en-IN" dirty="0" err="1"/>
              <a:t>úTôp</a:t>
            </a:r>
            <a:r>
              <a:rPr lang="en-IN" dirty="0"/>
              <a:t> </a:t>
            </a:r>
            <a:r>
              <a:rPr lang="en-IN" dirty="0" err="1"/>
              <a:t>EÚd¡úPQm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816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590D-E2A9-E85E-1A79-4D2684AC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36FE44-81D0-C95F-85B2-39A41A8212B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96E34-3E88-318E-370B-A2BE6E64F9C6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BjU ¨XeMú[ J¬e¢ÓÅu </a:t>
            </a:r>
          </a:p>
          <a:p>
            <a:r>
              <a:rPr lang="en-IN" dirty="0" err="1"/>
              <a:t>Ckß</a:t>
            </a:r>
            <a:r>
              <a:rPr lang="en-IN" dirty="0"/>
              <a:t> </a:t>
            </a:r>
            <a:r>
              <a:rPr lang="en-IN" dirty="0" err="1"/>
              <a:t>ùNôodL</a:t>
            </a:r>
            <a:r>
              <a:rPr lang="en-IN" dirty="0"/>
              <a:t> ºúVô²úX ®</a:t>
            </a:r>
            <a:r>
              <a:rPr lang="en-IN" dirty="0" err="1"/>
              <a:t>jÕ</a:t>
            </a:r>
            <a:r>
              <a:rPr lang="en-IN" dirty="0"/>
              <a:t> ®</a:t>
            </a:r>
            <a:r>
              <a:rPr lang="en-IN" dirty="0" err="1"/>
              <a:t>ûRlTôu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753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7320-24A8-16CE-BBCA-84FE5254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397A5A-9019-5A75-2B8C-572D6A581F1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5C108-E045-D7C0-167E-FB4692210049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SpXYiQUÕ</a:t>
            </a:r>
            <a:r>
              <a:rPr lang="en-IN" dirty="0"/>
              <a:t> </a:t>
            </a:r>
            <a:r>
              <a:rPr lang="en-IN" dirty="0" err="1"/>
              <a:t>TXeùLôÓj§Pôu</a:t>
            </a:r>
            <a:r>
              <a:rPr lang="en-IN" dirty="0"/>
              <a:t> </a:t>
            </a:r>
          </a:p>
          <a:p>
            <a:r>
              <a:rPr lang="en-IN" dirty="0" err="1"/>
              <a:t>BjUÕs°dùLôiÓ</a:t>
            </a:r>
            <a:r>
              <a:rPr lang="en-IN" dirty="0"/>
              <a:t> </a:t>
            </a:r>
            <a:r>
              <a:rPr lang="en-IN" dirty="0" err="1"/>
              <a:t>Sû</a:t>
            </a:r>
            <a:r>
              <a:rPr lang="en-IN" dirty="0"/>
              <a:t>]</a:t>
            </a:r>
            <a:r>
              <a:rPr lang="en-IN" dirty="0" err="1"/>
              <a:t>dLQúU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8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AB91-579D-CDF4-BD2E-9F096772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AF04E0-A4CC-9264-F137-70A347C1011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2AD7C-CC31-DC71-4AFE-02A3332E17A9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ùY°fNeMs</a:t>
            </a:r>
            <a:r>
              <a:rPr lang="en-IN" dirty="0"/>
              <a:t> </a:t>
            </a:r>
            <a:r>
              <a:rPr lang="en-IN" dirty="0" err="1"/>
              <a:t>ÅNkÖ</a:t>
            </a:r>
            <a:r>
              <a:rPr lang="en-IN" dirty="0"/>
              <a:t> </a:t>
            </a:r>
            <a:r>
              <a:rPr lang="en-IN" dirty="0" err="1"/>
              <a:t>AkRLôWm</a:t>
            </a:r>
            <a:r>
              <a:rPr lang="en-IN" dirty="0"/>
              <a:t> ¿</a:t>
            </a:r>
            <a:r>
              <a:rPr lang="en-IN" dirty="0" err="1"/>
              <a:t>eÐkÖ</a:t>
            </a:r>
            <a:r>
              <a:rPr lang="en-IN" dirty="0"/>
              <a:t> </a:t>
            </a:r>
          </a:p>
          <a:p>
            <a:r>
              <a:rPr lang="en-IN" dirty="0" err="1"/>
              <a:t>ùRnYj§uú</a:t>
            </a:r>
            <a:r>
              <a:rPr lang="en-IN" dirty="0"/>
              <a:t>\ </a:t>
            </a:r>
            <a:r>
              <a:rPr lang="en-IN" dirty="0" err="1"/>
              <a:t>BjUô</a:t>
            </a:r>
            <a:r>
              <a:rPr lang="en-IN" dirty="0"/>
              <a:t> </a:t>
            </a:r>
            <a:r>
              <a:rPr lang="en-IN" dirty="0" err="1"/>
              <a:t>Es°p</a:t>
            </a:r>
            <a:r>
              <a:rPr lang="en-IN" dirty="0"/>
              <a:t> </a:t>
            </a:r>
            <a:r>
              <a:rPr lang="en-IN" dirty="0" err="1"/>
              <a:t>BÏmúTôs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559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D9DC-D29E-AB75-0CF5-16877965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087634-F29D-DFBB-5D3F-CE35F2449DB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A951E-139D-F2C9-B2C9-692FEA550EB7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UôûVVôV</a:t>
            </a:r>
            <a:r>
              <a:rPr lang="en-IN" dirty="0"/>
              <a:t> </a:t>
            </a:r>
            <a:r>
              <a:rPr lang="en-IN" dirty="0" err="1"/>
              <a:t>úXôLj§p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úNokÖ</a:t>
            </a:r>
            <a:r>
              <a:rPr lang="en-IN" dirty="0"/>
              <a:t> ¨</a:t>
            </a:r>
            <a:r>
              <a:rPr lang="en-IN" dirty="0" err="1"/>
              <a:t>pXôúR</a:t>
            </a:r>
            <a:r>
              <a:rPr lang="en-IN" dirty="0"/>
              <a:t> </a:t>
            </a:r>
          </a:p>
          <a:p>
            <a:r>
              <a:rPr lang="en-IN" dirty="0" err="1"/>
              <a:t>ùWhNL</a:t>
            </a:r>
            <a:r>
              <a:rPr lang="en-IN" dirty="0"/>
              <a:t>]</a:t>
            </a:r>
            <a:r>
              <a:rPr lang="en-IN" dirty="0" err="1"/>
              <a:t>ôm</a:t>
            </a:r>
            <a:r>
              <a:rPr lang="en-IN" dirty="0"/>
              <a:t> </a:t>
            </a:r>
            <a:r>
              <a:rPr lang="en-IN" dirty="0" err="1"/>
              <a:t>úVÑ®p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Bv</a:t>
            </a:r>
            <a:r>
              <a:rPr lang="en-IN" dirty="0"/>
              <a:t>\«</a:t>
            </a:r>
            <a:r>
              <a:rPr lang="en-IN" dirty="0" err="1"/>
              <a:t>f£Óm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57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</TotalTime>
  <Words>147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2026-02-01T10:21:10Z</dcterms:modified>
</cp:coreProperties>
</file>
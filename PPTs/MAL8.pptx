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90" r:id="rId2"/>
    <p:sldId id="391" r:id="rId3"/>
    <p:sldId id="394" r:id="rId4"/>
    <p:sldId id="395" r:id="rId5"/>
    <p:sldId id="396" r:id="rId6"/>
    <p:sldId id="397" r:id="rId7"/>
    <p:sldId id="398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159" autoAdjust="0"/>
    <p:restoredTop sz="94660"/>
  </p:normalViewPr>
  <p:slideViewPr>
    <p:cSldViewPr snapToGrid="0">
      <p:cViewPr varScale="1">
        <p:scale>
          <a:sx n="85" d="100"/>
          <a:sy n="85" d="100"/>
        </p:scale>
        <p:origin x="21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C3A11-E23C-4C91-9DAA-A7DB6AAC3D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9B5FFF-93D6-4781-9A9A-E77BFC633F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AAF2BD-5705-4D68-A5C3-FBDF01E19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01-02-2026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234289-4247-4A68-84EA-EC9C2AEA21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495B14-B1A5-4B06-999C-C4619E537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970371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C70075-6DF3-4D25-9E98-8EACF14B5F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2316E2-57C7-4969-A937-83683E6C30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7D9A98-C774-4FBA-9E43-97B358F7CE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01-02-2026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36B057-DC36-4DB4-9F9E-5DC9B4972B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B40CEF-5B50-4D62-BC0D-17F262FE5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436304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16881E-2714-461B-835E-11CD8C5002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94D953-F5C7-4907-A6A2-7471E14A42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E893CD-3379-413B-83AE-6DB29B4887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01-02-2026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0ABBE6-9798-474F-9DC9-5D7748434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C3A9AA-F217-4F8B-8C0B-E5B7013969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712546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D30405-2FFA-489F-A091-516DF24854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0E5996-7684-47DE-BDE3-20C0C8B60C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31D4D6-8CA6-4E29-B0A2-5A5430279F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E2E4EB-CDF8-4388-977A-A23A1939A6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01-02-2026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E91F11-4457-44F1-9D0B-4A80867F9B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70009C-156A-4A7B-A8DC-F6F2F51F6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490157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07BB3-03A9-4EE7-AD64-AA73999550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4D1E44-1CDC-449D-A89A-152A9065ED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81E435-41B5-41EA-A7D5-785856073A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B13068B-395C-41F3-A20A-42C2988BB50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6B5C03A-FC37-4724-94D3-FF914040BED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D3A4CF3-0126-489D-9468-3ACE023F0D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01-02-2026</a:t>
            </a:fld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95F04B-70AE-4706-816F-C8683A39C7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54D49BD-F5FC-46FB-BADC-70206F6F3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851009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622DF4-5229-4F19-A3B1-B880B83217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CD13378-9289-4C36-A428-FEEA740E0B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01-02-2026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EA3F8A-5715-4096-8B09-8571E71D81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49E9A8-FE2A-48C4-B526-9F7335E4B5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070848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AF0D03-7706-4581-97C1-2E207305F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01-02-2026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F9B19E-0D30-4EFF-A3C7-C96D5C712B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E27EFB-7046-405C-A504-222E2576E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427828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91C1B-F111-40C4-BB5A-B74F26EA8E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82226E-20DC-41CA-82F0-B69271F15F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CF6660-841C-4122-B5A6-7EABEEFDEC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695D9D-C89E-4F16-A4B4-5AFAF8BF3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01-02-2026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D250DC-F2F2-406D-AF30-4DE903C90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D4A2D2-6822-432B-90F4-C3F53E78F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585739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A37C8F-DFB1-47D0-8E5D-FAE5A70C7A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B2508E8-6278-4956-AB06-2A8E5315436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C2D61B-9E44-40C8-B2E0-C367DC8603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6A4578-BFD2-4435-8311-EACF16FDFC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01-02-2026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966CFB-41AA-4778-9006-DD0F50DD4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C40E51-3D05-4164-8CF6-AC9EFF52C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92954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41FEB-CA5A-4877-9220-9B3E648EE2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2450D2-77FC-4EDB-8F1C-1CC3EF4CE8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8919E6-BAF5-4071-BDB8-629F059E36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01-02-2026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BC5F2A-6BC6-4860-8EA2-FE2818A38C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57F6BB-8838-4037-945B-8285D6759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549197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B5CB40E-0988-4261-A5D4-A7E976BB5B5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19ED98-8EEA-4753-A678-3844E29679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E4BDA5-045A-447B-842F-2D8D608402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01-02-2026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3BA941-A2D6-42CD-868F-819E4ED6C3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6A5C88-663A-4A01-A873-281DEC6279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192157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01418D-3656-4BD6-9DCD-94B00899FE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52415B-FAA0-4266-9239-A964B3E960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5BFE41-C246-42A8-BA06-A34E77CF45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B236BB-53DE-4462-8C4F-7698E6995948}" type="datetimeFigureOut">
              <a:rPr lang="en-IN" smtClean="0"/>
              <a:t>01-02-2026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648419-4B2D-42AB-A087-12306EDEE1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4D8839-BF83-4F9B-B3F0-62E69B3ACC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618309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8BDB258-58CC-44AE-80BE-DB2ADED7CF91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C960A3B-56F8-4787-A711-6B609F080FC6}"/>
              </a:ext>
            </a:extLst>
          </p:cNvPr>
          <p:cNvSpPr txBox="1"/>
          <p:nvPr/>
        </p:nvSpPr>
        <p:spPr>
          <a:xfrm>
            <a:off x="-1" y="5377724"/>
            <a:ext cx="12191999" cy="144655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es-ES" dirty="0"/>
              <a:t>D Y¯ Y[</a:t>
            </a:r>
            <a:r>
              <a:rPr lang="es-ES" dirty="0" err="1"/>
              <a:t>úW</a:t>
            </a:r>
            <a:r>
              <a:rPr lang="es-ES" dirty="0"/>
              <a:t> </a:t>
            </a:r>
            <a:r>
              <a:rPr lang="es-ES" dirty="0" err="1"/>
              <a:t>CÓdLm</a:t>
            </a:r>
            <a:r>
              <a:rPr lang="es-ES" dirty="0"/>
              <a:t> </a:t>
            </a:r>
            <a:r>
              <a:rPr lang="es-ES" dirty="0" err="1"/>
              <a:t>ùSÚdLm</a:t>
            </a:r>
            <a:r>
              <a:rPr lang="es-ES" dirty="0"/>
              <a:t> </a:t>
            </a:r>
          </a:p>
          <a:p>
            <a:r>
              <a:rPr lang="en-IN" dirty="0"/>
              <a:t>B¬§p </a:t>
            </a:r>
            <a:r>
              <a:rPr lang="en-IN" dirty="0" err="1"/>
              <a:t>LPk¨ÓúUô</a:t>
            </a:r>
            <a:r>
              <a:rPr lang="en-IN" dirty="0"/>
              <a:t>? </a:t>
            </a:r>
          </a:p>
        </p:txBody>
      </p:sp>
    </p:spTree>
    <p:extLst>
      <p:ext uri="{BB962C8B-B14F-4D97-AF65-F5344CB8AC3E}">
        <p14:creationId xmlns:p14="http://schemas.microsoft.com/office/powerpoint/2010/main" val="8500995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8BDB258-58CC-44AE-80BE-DB2ADED7CF91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A15B230-5943-804E-D259-C0083BBDC0CF}"/>
              </a:ext>
            </a:extLst>
          </p:cNvPr>
          <p:cNvSpPr txBox="1"/>
          <p:nvPr/>
        </p:nvSpPr>
        <p:spPr>
          <a:xfrm>
            <a:off x="-1" y="5377728"/>
            <a:ext cx="12191999" cy="144655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en-IN" dirty="0" err="1"/>
              <a:t>áhÓdLôo</a:t>
            </a:r>
            <a:r>
              <a:rPr lang="en-IN" dirty="0"/>
              <a:t> </a:t>
            </a:r>
            <a:r>
              <a:rPr lang="en-IN" dirty="0" err="1"/>
              <a:t>ÑÚdLm</a:t>
            </a:r>
            <a:r>
              <a:rPr lang="en-IN" dirty="0"/>
              <a:t> </a:t>
            </a:r>
            <a:r>
              <a:rPr lang="en-IN" dirty="0" err="1"/>
              <a:t>NLô«Ls</a:t>
            </a:r>
            <a:r>
              <a:rPr lang="en-IN" dirty="0"/>
              <a:t> </a:t>
            </a:r>
            <a:r>
              <a:rPr lang="en-IN" dirty="0" err="1"/>
              <a:t>ÑÚdLm</a:t>
            </a:r>
            <a:r>
              <a:rPr lang="en-IN" dirty="0"/>
              <a:t> </a:t>
            </a:r>
          </a:p>
          <a:p>
            <a:r>
              <a:rPr lang="en-IN" dirty="0" err="1"/>
              <a:t>Bõ</a:t>
            </a:r>
            <a:r>
              <a:rPr lang="en-IN" dirty="0"/>
              <a:t> </a:t>
            </a:r>
            <a:r>
              <a:rPr lang="en-IN" dirty="0" err="1"/>
              <a:t>CRpúXô</a:t>
            </a:r>
            <a:r>
              <a:rPr lang="en-IN" dirty="0"/>
              <a:t> </a:t>
            </a:r>
            <a:r>
              <a:rPr lang="en-IN" dirty="0" err="1"/>
              <a:t>ùNôodL</a:t>
            </a:r>
            <a:r>
              <a:rPr lang="en-IN" dirty="0"/>
              <a:t> Y¯ </a:t>
            </a:r>
          </a:p>
        </p:txBody>
      </p:sp>
    </p:spTree>
    <p:extLst>
      <p:ext uri="{BB962C8B-B14F-4D97-AF65-F5344CB8AC3E}">
        <p14:creationId xmlns:p14="http://schemas.microsoft.com/office/powerpoint/2010/main" val="9449683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F76C4B-B21B-17C2-B1DC-465348BCDD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2DECB5D-412F-67B6-A96D-99A63B7D7273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C46903C-F3C8-28E6-F98C-4A6E8633D0D3}"/>
              </a:ext>
            </a:extLst>
          </p:cNvPr>
          <p:cNvSpPr txBox="1"/>
          <p:nvPr/>
        </p:nvSpPr>
        <p:spPr>
          <a:xfrm>
            <a:off x="-1" y="5374695"/>
            <a:ext cx="12191999" cy="144655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en-IN" dirty="0" err="1"/>
              <a:t>LxPRLs</a:t>
            </a:r>
            <a:r>
              <a:rPr lang="en-IN" dirty="0"/>
              <a:t> ¾odÏYôu </a:t>
            </a:r>
            <a:r>
              <a:rPr lang="en-IN" dirty="0" err="1"/>
              <a:t>TdRu</a:t>
            </a:r>
            <a:r>
              <a:rPr lang="en-IN" dirty="0"/>
              <a:t> </a:t>
            </a:r>
            <a:r>
              <a:rPr lang="en-IN" dirty="0" err="1"/>
              <a:t>UôúW</a:t>
            </a:r>
            <a:r>
              <a:rPr lang="en-IN" dirty="0"/>
              <a:t> </a:t>
            </a:r>
            <a:r>
              <a:rPr lang="en-IN" dirty="0" err="1"/>
              <a:t>úNodÏYôu</a:t>
            </a:r>
            <a:r>
              <a:rPr lang="en-IN" dirty="0"/>
              <a:t> </a:t>
            </a:r>
          </a:p>
          <a:p>
            <a:r>
              <a:rPr lang="en-IN" dirty="0" err="1"/>
              <a:t>ùThùPkúSÑ</a:t>
            </a:r>
            <a:r>
              <a:rPr lang="en-IN" dirty="0"/>
              <a:t> </a:t>
            </a:r>
            <a:r>
              <a:rPr lang="en-IN" dirty="0" err="1"/>
              <a:t>Yk¿ÓúU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536759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2510BD-1B20-8C90-5E16-ED42EA201F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EF21999-59FC-9EF7-48C7-144CAA148175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EB5DC6-DB7A-8714-20C0-31577E3FC70D}"/>
              </a:ext>
            </a:extLst>
          </p:cNvPr>
          <p:cNvSpPr txBox="1"/>
          <p:nvPr/>
        </p:nvSpPr>
        <p:spPr>
          <a:xfrm>
            <a:off x="-1" y="5370537"/>
            <a:ext cx="12191999" cy="144655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en-IN" dirty="0" err="1"/>
              <a:t>BÚsÞ</a:t>
            </a:r>
            <a:r>
              <a:rPr lang="en-IN" dirty="0"/>
              <a:t> </a:t>
            </a:r>
            <a:r>
              <a:rPr lang="en-IN" dirty="0" err="1"/>
              <a:t>NôÚYôu</a:t>
            </a:r>
            <a:r>
              <a:rPr lang="en-IN" dirty="0"/>
              <a:t> </a:t>
            </a:r>
            <a:r>
              <a:rPr lang="en-IN" dirty="0" err="1"/>
              <a:t>GuUQYô</a:t>
            </a:r>
            <a:r>
              <a:rPr lang="en-IN" dirty="0"/>
              <a:t>[ù]</a:t>
            </a:r>
            <a:r>
              <a:rPr lang="en-IN" dirty="0" err="1"/>
              <a:t>ô¯L</a:t>
            </a:r>
            <a:r>
              <a:rPr lang="en-IN" dirty="0"/>
              <a:t> </a:t>
            </a:r>
          </a:p>
          <a:p>
            <a:r>
              <a:rPr lang="en-IN" dirty="0" err="1"/>
              <a:t>ùSÚdL</a:t>
            </a:r>
            <a:r>
              <a:rPr lang="en-IN" dirty="0"/>
              <a:t> </a:t>
            </a:r>
            <a:r>
              <a:rPr lang="en-IN" dirty="0" err="1"/>
              <a:t>ØsÇ</a:t>
            </a:r>
            <a:r>
              <a:rPr lang="en-IN" dirty="0"/>
              <a:t> </a:t>
            </a:r>
            <a:r>
              <a:rPr lang="en-IN" dirty="0" err="1"/>
              <a:t>UÚ®p</a:t>
            </a:r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2015607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FCC66E-C16E-BD8C-7F1F-E3743B41FC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302EAEF-14A0-3F85-4F6E-5A67ABF526C7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39E999D-12FD-A4FA-6CA7-B6ADA84C6DCF}"/>
              </a:ext>
            </a:extLst>
          </p:cNvPr>
          <p:cNvSpPr txBox="1"/>
          <p:nvPr/>
        </p:nvSpPr>
        <p:spPr>
          <a:xfrm>
            <a:off x="-1" y="5377724"/>
            <a:ext cx="12191999" cy="144655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en-IN" dirty="0" err="1"/>
              <a:t>AY£Vm</a:t>
            </a:r>
            <a:r>
              <a:rPr lang="en-IN" dirty="0"/>
              <a:t> Y[</a:t>
            </a:r>
            <a:r>
              <a:rPr lang="en-IN" dirty="0" err="1"/>
              <a:t>úW</a:t>
            </a:r>
            <a:r>
              <a:rPr lang="en-IN" dirty="0"/>
              <a:t> Ru </a:t>
            </a:r>
            <a:r>
              <a:rPr lang="en-IN" dirty="0" err="1"/>
              <a:t>YôdÏj</a:t>
            </a:r>
            <a:r>
              <a:rPr lang="en-IN" dirty="0"/>
              <a:t> </a:t>
            </a:r>
            <a:r>
              <a:rPr lang="en-IN" dirty="0" err="1"/>
              <a:t>RjRm</a:t>
            </a:r>
            <a:r>
              <a:rPr lang="en-IN" dirty="0"/>
              <a:t> </a:t>
            </a:r>
            <a:r>
              <a:rPr lang="en-IN" dirty="0" err="1"/>
              <a:t>EiPpúXô</a:t>
            </a:r>
            <a:r>
              <a:rPr lang="en-IN" dirty="0"/>
              <a:t> </a:t>
            </a:r>
          </a:p>
          <a:p>
            <a:r>
              <a:rPr lang="en-IN" dirty="0" err="1"/>
              <a:t>BVùRpXôm</a:t>
            </a:r>
            <a:r>
              <a:rPr lang="en-IN" dirty="0"/>
              <a:t> </a:t>
            </a:r>
            <a:r>
              <a:rPr lang="en-IN" dirty="0" err="1"/>
              <a:t>Nôj§VUpúXô</a:t>
            </a:r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975714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452B05-E81F-AC68-5561-A6BE0D3856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5D9D7A4-58A5-779B-4DF2-8A17FE534D41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E5B803A-E828-F192-AE52-1639A6788221}"/>
              </a:ext>
            </a:extLst>
          </p:cNvPr>
          <p:cNvSpPr txBox="1"/>
          <p:nvPr/>
        </p:nvSpPr>
        <p:spPr>
          <a:xfrm>
            <a:off x="-1" y="5370537"/>
            <a:ext cx="12191999" cy="144655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en-IN" dirty="0" err="1"/>
              <a:t>UWQm</a:t>
            </a:r>
            <a:r>
              <a:rPr lang="en-IN" dirty="0"/>
              <a:t> </a:t>
            </a:r>
            <a:r>
              <a:rPr lang="en-IN" dirty="0" err="1"/>
              <a:t>YûWÙm</a:t>
            </a:r>
            <a:r>
              <a:rPr lang="en-IN" dirty="0"/>
              <a:t> §Ú </a:t>
            </a:r>
            <a:r>
              <a:rPr lang="en-IN" dirty="0" err="1"/>
              <a:t>WjRjRôÛm</a:t>
            </a:r>
            <a:r>
              <a:rPr lang="en-IN" dirty="0"/>
              <a:t> </a:t>
            </a:r>
          </a:p>
          <a:p>
            <a:r>
              <a:rPr lang="es-ES" dirty="0"/>
              <a:t>§Ú YN]m </a:t>
            </a:r>
            <a:r>
              <a:rPr lang="es-ES" dirty="0" err="1"/>
              <a:t>Y¯Ùm</a:t>
            </a:r>
            <a:r>
              <a:rPr lang="es-ES" dirty="0"/>
              <a:t>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087255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8B7939-82BD-47E7-8D9D-E0C166788F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0E9369D-D484-43D8-D4E2-51B5BBE7365E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68B2ABB-EE8E-0407-2C39-4576BC58646E}"/>
              </a:ext>
            </a:extLst>
          </p:cNvPr>
          <p:cNvSpPr txBox="1"/>
          <p:nvPr/>
        </p:nvSpPr>
        <p:spPr>
          <a:xfrm>
            <a:off x="0" y="5377726"/>
            <a:ext cx="12192000" cy="144655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en-IN" dirty="0" err="1"/>
              <a:t>T¬Ñj</a:t>
            </a:r>
            <a:r>
              <a:rPr lang="en-IN" dirty="0"/>
              <a:t> </a:t>
            </a:r>
            <a:r>
              <a:rPr lang="en-IN" dirty="0" err="1"/>
              <a:t>Rôu</a:t>
            </a:r>
            <a:r>
              <a:rPr lang="en-IN" dirty="0"/>
              <a:t> </a:t>
            </a:r>
            <a:r>
              <a:rPr lang="en-IN" dirty="0" err="1"/>
              <a:t>Uô®Ûm</a:t>
            </a:r>
            <a:r>
              <a:rPr lang="en-IN" dirty="0"/>
              <a:t> </a:t>
            </a:r>
            <a:r>
              <a:rPr lang="en-IN" dirty="0" err="1"/>
              <a:t>T¬ÑjR</a:t>
            </a:r>
            <a:r>
              <a:rPr lang="en-IN" dirty="0"/>
              <a:t> </a:t>
            </a:r>
            <a:r>
              <a:rPr lang="en-IN" dirty="0" err="1"/>
              <a:t>UôdLQm</a:t>
            </a:r>
            <a:r>
              <a:rPr lang="en-IN" dirty="0"/>
              <a:t> </a:t>
            </a:r>
          </a:p>
          <a:p>
            <a:r>
              <a:rPr lang="en-IN" dirty="0" err="1"/>
              <a:t>Lû</a:t>
            </a:r>
            <a:r>
              <a:rPr lang="en-IN" dirty="0"/>
              <a:t>\ §</a:t>
            </a:r>
            <a:r>
              <a:rPr lang="en-IN" dirty="0" err="1"/>
              <a:t>ûW</a:t>
            </a:r>
            <a:r>
              <a:rPr lang="en-IN" dirty="0"/>
              <a:t> </a:t>
            </a:r>
            <a:r>
              <a:rPr lang="en-IN" dirty="0" err="1"/>
              <a:t>CpXôúR</a:t>
            </a:r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8406403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1551</TotalTime>
  <Words>93</Words>
  <Application>Microsoft Office PowerPoint</Application>
  <PresentationFormat>Widescreen</PresentationFormat>
  <Paragraphs>14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samson christopher</dc:creator>
  <cp:lastModifiedBy>ETZC Media</cp:lastModifiedBy>
  <cp:revision>61</cp:revision>
  <dcterms:created xsi:type="dcterms:W3CDTF">2019-11-02T16:27:41Z</dcterms:created>
  <dcterms:modified xsi:type="dcterms:W3CDTF">2026-02-01T08:36:53Z</dcterms:modified>
</cp:coreProperties>
</file>
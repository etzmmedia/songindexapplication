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A9C672-2E30-D094-7359-0A5E2F19EF1E}"/>
              </a:ext>
            </a:extLst>
          </p:cNvPr>
          <p:cNvSpPr txBox="1"/>
          <p:nvPr/>
        </p:nvSpPr>
        <p:spPr>
          <a:xfrm>
            <a:off x="-1" y="5389013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Gul\</a:t>
            </a:r>
            <a:r>
              <a:rPr lang="en-IN" dirty="0" err="1"/>
              <a:t>ôQ</a:t>
            </a:r>
            <a:r>
              <a:rPr lang="en-IN" dirty="0"/>
              <a:t> </a:t>
            </a:r>
            <a:r>
              <a:rPr lang="en-IN" dirty="0" err="1"/>
              <a:t>SôRu</a:t>
            </a:r>
            <a:r>
              <a:rPr lang="en-IN" dirty="0"/>
              <a:t> GkÖ </a:t>
            </a:r>
            <a:r>
              <a:rPr lang="en-IN" dirty="0" err="1"/>
              <a:t>YÚm</a:t>
            </a:r>
            <a:r>
              <a:rPr lang="en-IN" dirty="0"/>
              <a:t> </a:t>
            </a:r>
          </a:p>
          <a:p>
            <a:r>
              <a:rPr lang="en-IN" dirty="0" err="1"/>
              <a:t>AkÖ</a:t>
            </a:r>
            <a:r>
              <a:rPr lang="en-IN" dirty="0"/>
              <a:t> ¾Úm </a:t>
            </a:r>
            <a:r>
              <a:rPr lang="en-IN" dirty="0" err="1"/>
              <a:t>GuúYR</a:t>
            </a:r>
            <a:r>
              <a:rPr lang="en-IN" dirty="0"/>
              <a:t>]Ls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7DCAB-18BF-BA35-A679-BA76CCCD68B7}"/>
              </a:ext>
            </a:extLst>
          </p:cNvPr>
          <p:cNvSpPr txBox="1"/>
          <p:nvPr/>
        </p:nvSpPr>
        <p:spPr>
          <a:xfrm>
            <a:off x="0" y="538491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BáXj§p</a:t>
            </a:r>
            <a:r>
              <a:rPr lang="en-IN" dirty="0"/>
              <a:t> BvY³lTôu </a:t>
            </a:r>
          </a:p>
          <a:p>
            <a:r>
              <a:rPr lang="en-IN" dirty="0" err="1"/>
              <a:t>BYvVeM°p</a:t>
            </a:r>
            <a:r>
              <a:rPr lang="en-IN" dirty="0"/>
              <a:t> </a:t>
            </a:r>
            <a:r>
              <a:rPr lang="en-IN" dirty="0" err="1"/>
              <a:t>BvW«lTôu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83605-E966-AD50-AACA-52BFFA3A706B}"/>
              </a:ext>
            </a:extLst>
          </p:cNvPr>
          <p:cNvSpPr txBox="1"/>
          <p:nvPr/>
        </p:nvSpPr>
        <p:spPr>
          <a:xfrm>
            <a:off x="-1" y="538901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AeMpX</a:t>
            </a:r>
            <a:r>
              <a:rPr lang="en-IN" dirty="0"/>
              <a:t> </a:t>
            </a:r>
            <a:r>
              <a:rPr lang="en-IN" dirty="0" err="1"/>
              <a:t>RôÚm</a:t>
            </a:r>
            <a:r>
              <a:rPr lang="en-IN" dirty="0"/>
              <a:t> CpùX²dÏ </a:t>
            </a:r>
          </a:p>
          <a:p>
            <a:r>
              <a:rPr lang="en-IN" dirty="0" err="1"/>
              <a:t>BjU</a:t>
            </a:r>
            <a:r>
              <a:rPr lang="en-IN" dirty="0"/>
              <a:t> </a:t>
            </a:r>
            <a:r>
              <a:rPr lang="en-IN" dirty="0" err="1"/>
              <a:t>SôRô</a:t>
            </a:r>
            <a:r>
              <a:rPr lang="en-IN" dirty="0"/>
              <a:t> </a:t>
            </a:r>
            <a:r>
              <a:rPr lang="en-IN" dirty="0" err="1"/>
              <a:t>ClTô¬Pj§p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94254-5F6B-9565-7559-8B1F3824478F}"/>
              </a:ext>
            </a:extLst>
          </p:cNvPr>
          <p:cNvSpPr txBox="1"/>
          <p:nvPr/>
        </p:nvSpPr>
        <p:spPr>
          <a:xfrm>
            <a:off x="0" y="53736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Ck¨Lj§p</a:t>
            </a:r>
            <a:r>
              <a:rPr lang="en-IN" dirty="0"/>
              <a:t> ¨u²XpXô </a:t>
            </a:r>
          </a:p>
          <a:p>
            <a:r>
              <a:rPr lang="en-IN" dirty="0"/>
              <a:t>§</a:t>
            </a:r>
            <a:r>
              <a:rPr lang="en-IN" dirty="0" err="1"/>
              <a:t>pXô</a:t>
            </a:r>
            <a:r>
              <a:rPr lang="en-IN" dirty="0"/>
              <a:t> </a:t>
            </a:r>
            <a:r>
              <a:rPr lang="en-IN" dirty="0" err="1"/>
              <a:t>NkúRô`m</a:t>
            </a:r>
            <a:r>
              <a:rPr lang="en-IN" dirty="0"/>
              <a:t> </a:t>
            </a:r>
            <a:r>
              <a:rPr lang="en-IN" dirty="0" err="1"/>
              <a:t>Ë®Vj§p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0A7B-6501-C060-1A00-00088C89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9C97DB-A150-B7FE-384C-40084EB8741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B8C0A-2CB5-B8AB-24E9-1757AA5C78B8}"/>
              </a:ext>
            </a:extLst>
          </p:cNvPr>
          <p:cNvSpPr txBox="1"/>
          <p:nvPr/>
        </p:nvSpPr>
        <p:spPr>
          <a:xfrm>
            <a:off x="0" y="537772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§e¢ ®</a:t>
            </a:r>
            <a:r>
              <a:rPr lang="en-IN" dirty="0" err="1"/>
              <a:t>eMkS</a:t>
            </a:r>
            <a:r>
              <a:rPr lang="en-IN" dirty="0"/>
              <a:t> </a:t>
            </a:r>
            <a:r>
              <a:rPr lang="en-IN" dirty="0" err="1"/>
              <a:t>NeMPØm</a:t>
            </a:r>
            <a:r>
              <a:rPr lang="en-IN" dirty="0"/>
              <a:t> </a:t>
            </a:r>
          </a:p>
          <a:p>
            <a:r>
              <a:rPr lang="en-IN" dirty="0" err="1"/>
              <a:t>GeÐm</a:t>
            </a:r>
            <a:r>
              <a:rPr lang="en-IN" dirty="0"/>
              <a:t> </a:t>
            </a:r>
            <a:r>
              <a:rPr lang="en-IN" dirty="0" err="1"/>
              <a:t>T¯Ùm</a:t>
            </a:r>
            <a:r>
              <a:rPr lang="en-IN" dirty="0"/>
              <a:t> ¨</a:t>
            </a:r>
            <a:r>
              <a:rPr lang="en-IN" dirty="0" err="1"/>
              <a:t>kSLÞm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20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C4D4-6DFF-5680-9E09-90227017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36147-FAF3-785F-F06F-48E1B09CF08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EA6C6-19D0-DD37-009C-C7D8325E5E68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l±VùWpXôm</a:t>
            </a:r>
            <a:r>
              <a:rPr lang="en-IN" dirty="0"/>
              <a:t> </a:t>
            </a:r>
            <a:r>
              <a:rPr lang="en-IN" dirty="0" err="1"/>
              <a:t>ûL®Óm</a:t>
            </a:r>
            <a:r>
              <a:rPr lang="en-IN" dirty="0"/>
              <a:t> </a:t>
            </a:r>
            <a:r>
              <a:rPr lang="en-IN" dirty="0" err="1"/>
              <a:t>úTôs</a:t>
            </a:r>
            <a:r>
              <a:rPr lang="en-IN" dirty="0"/>
              <a:t> </a:t>
            </a:r>
          </a:p>
          <a:p>
            <a:r>
              <a:rPr lang="en-IN" dirty="0"/>
              <a:t>l\§</a:t>
            </a:r>
            <a:r>
              <a:rPr lang="en-IN" dirty="0" err="1"/>
              <a:t>áXUôn</a:t>
            </a:r>
            <a:r>
              <a:rPr lang="en-IN" dirty="0"/>
              <a:t> </a:t>
            </a:r>
            <a:r>
              <a:rPr lang="en-IN" dirty="0" err="1"/>
              <a:t>Uô±Óm</a:t>
            </a:r>
            <a:r>
              <a:rPr lang="en-IN" dirty="0"/>
              <a:t> </a:t>
            </a:r>
            <a:r>
              <a:rPr lang="en-IN" dirty="0" err="1"/>
              <a:t>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909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1EC4-679E-666F-C02F-9E8BD0F7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FAE9FC-D871-E933-8C01-C2495A35E43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DCA20-293F-6693-8987-C557ED9BCFF8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l\</a:t>
            </a:r>
            <a:r>
              <a:rPr lang="en-IN" dirty="0" err="1"/>
              <a:t>ôQl±Vô</a:t>
            </a:r>
            <a:r>
              <a:rPr lang="en-IN" dirty="0"/>
              <a:t> D </a:t>
            </a:r>
            <a:r>
              <a:rPr lang="en-IN" dirty="0" err="1"/>
              <a:t>HûZVôÏm</a:t>
            </a:r>
            <a:r>
              <a:rPr lang="en-IN" dirty="0"/>
              <a:t> </a:t>
            </a:r>
          </a:p>
          <a:p>
            <a:r>
              <a:rPr lang="en-IN" dirty="0"/>
              <a:t>l\</a:t>
            </a:r>
            <a:r>
              <a:rPr lang="en-IN" dirty="0" err="1"/>
              <a:t>ô¦úV</a:t>
            </a:r>
            <a:r>
              <a:rPr lang="en-IN" dirty="0"/>
              <a:t> ¿</a:t>
            </a:r>
            <a:r>
              <a:rPr lang="en-IN" dirty="0" err="1"/>
              <a:t>Ùm</a:t>
            </a:r>
            <a:r>
              <a:rPr lang="en-IN" dirty="0"/>
              <a:t> </a:t>
            </a:r>
            <a:r>
              <a:rPr lang="en-IN" dirty="0" err="1"/>
              <a:t>ûL®ÓúUô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03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C999-6B7E-EC89-5468-EB0A60F2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E05E5A-054A-8E2D-980E-7FCB7364814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0DBA4-FF8F-58A0-818F-BC355D444B5B}"/>
              </a:ext>
            </a:extLst>
          </p:cNvPr>
          <p:cNvSpPr txBox="1"/>
          <p:nvPr/>
        </p:nvSpPr>
        <p:spPr>
          <a:xfrm>
            <a:off x="-1" y="53736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SpXRpXô</a:t>
            </a:r>
            <a:r>
              <a:rPr lang="en-IN" dirty="0"/>
              <a:t> </a:t>
            </a:r>
            <a:r>
              <a:rPr lang="en-IN" dirty="0" err="1"/>
              <a:t>ùRôkÖªpXô</a:t>
            </a:r>
            <a:r>
              <a:rPr lang="en-IN" dirty="0"/>
              <a:t> </a:t>
            </a:r>
          </a:p>
          <a:p>
            <a:r>
              <a:rPr lang="en-IN" dirty="0"/>
              <a:t>¿ </a:t>
            </a:r>
            <a:r>
              <a:rPr lang="en-IN" dirty="0" err="1"/>
              <a:t>SpÏùSpXô</a:t>
            </a:r>
            <a:r>
              <a:rPr lang="en-IN" dirty="0"/>
              <a:t> </a:t>
            </a:r>
            <a:r>
              <a:rPr lang="en-IN" dirty="0" err="1"/>
              <a:t>SuûUVpúXô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415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7533-0A95-C391-ADFA-F4840398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037C48-E6F8-0022-FC1D-168DB95BE87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2E0A66-C4EE-C79B-5DCB-465DC419A629}"/>
              </a:ext>
            </a:extLst>
          </p:cNvPr>
          <p:cNvSpPr txBox="1"/>
          <p:nvPr/>
        </p:nvSpPr>
        <p:spPr>
          <a:xfrm>
            <a:off x="-1" y="537773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¨</a:t>
            </a:r>
            <a:r>
              <a:rPr lang="en-IN" dirty="0" err="1"/>
              <a:t>jVR</a:t>
            </a:r>
            <a:r>
              <a:rPr lang="en-IN" dirty="0"/>
              <a:t> Ru²p </a:t>
            </a:r>
            <a:r>
              <a:rPr lang="en-IN" dirty="0" err="1"/>
              <a:t>GjÕúYô</a:t>
            </a:r>
            <a:r>
              <a:rPr lang="en-IN" dirty="0"/>
              <a:t>[m </a:t>
            </a:r>
          </a:p>
          <a:p>
            <a:r>
              <a:rPr lang="en-IN" dirty="0"/>
              <a:t>¿ </a:t>
            </a:r>
            <a:r>
              <a:rPr lang="en-IN" dirty="0" err="1"/>
              <a:t>SPkúRúQ</a:t>
            </a:r>
            <a:r>
              <a:rPr lang="en-IN" dirty="0"/>
              <a:t> ¨u ¶Rm </a:t>
            </a:r>
            <a:r>
              <a:rPr lang="en-IN" dirty="0" err="1"/>
              <a:t>úTôp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99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110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2026-03-01T07:18:07Z</dcterms:modified>
</cp:coreProperties>
</file>
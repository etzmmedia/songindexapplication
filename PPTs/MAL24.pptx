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modSld">
      <pc:chgData name="ETZC Media" userId="05f0189a5894c19d" providerId="LiveId" clId="{74A74B86-AB48-4D11-ACCF-EA0EDB4FDC3C}" dt="2026-03-15T01:30:02.468" v="26" actId="1035"/>
      <pc:docMkLst>
        <pc:docMk/>
      </pc:docMkLst>
      <pc:sldChg chg="modSp mod">
        <pc:chgData name="ETZC Media" userId="05f0189a5894c19d" providerId="LiveId" clId="{74A74B86-AB48-4D11-ACCF-EA0EDB4FDC3C}" dt="2026-03-15T01:29:32.771" v="4" actId="1036"/>
        <pc:sldMkLst>
          <pc:docMk/>
          <pc:sldMk cId="850099564" sldId="390"/>
        </pc:sldMkLst>
        <pc:spChg chg="mod">
          <ac:chgData name="ETZC Media" userId="05f0189a5894c19d" providerId="LiveId" clId="{74A74B86-AB48-4D11-ACCF-EA0EDB4FDC3C}" dt="2026-03-15T01:29:32.771" v="4" actId="1036"/>
          <ac:spMkLst>
            <pc:docMk/>
            <pc:sldMk cId="850099564" sldId="390"/>
            <ac:spMk id="3" creationId="{258CEA52-DC55-7DF5-426E-F6EB82DF300A}"/>
          </ac:spMkLst>
        </pc:spChg>
      </pc:sldChg>
      <pc:sldChg chg="modSp mod">
        <pc:chgData name="ETZC Media" userId="05f0189a5894c19d" providerId="LiveId" clId="{74A74B86-AB48-4D11-ACCF-EA0EDB4FDC3C}" dt="2026-03-15T01:29:39.134" v="11" actId="1036"/>
        <pc:sldMkLst>
          <pc:docMk/>
          <pc:sldMk cId="944968354" sldId="391"/>
        </pc:sldMkLst>
        <pc:spChg chg="mod">
          <ac:chgData name="ETZC Media" userId="05f0189a5894c19d" providerId="LiveId" clId="{74A74B86-AB48-4D11-ACCF-EA0EDB4FDC3C}" dt="2026-03-15T01:29:39.134" v="11" actId="1036"/>
          <ac:spMkLst>
            <pc:docMk/>
            <pc:sldMk cId="944968354" sldId="391"/>
            <ac:spMk id="3" creationId="{F47A4890-94F6-1275-3584-62C20DDFD863}"/>
          </ac:spMkLst>
        </pc:spChg>
      </pc:sldChg>
      <pc:sldChg chg="modSp mod">
        <pc:chgData name="ETZC Media" userId="05f0189a5894c19d" providerId="LiveId" clId="{74A74B86-AB48-4D11-ACCF-EA0EDB4FDC3C}" dt="2026-03-15T01:29:47.025" v="13" actId="1036"/>
        <pc:sldMkLst>
          <pc:docMk/>
          <pc:sldMk cId="1414681237" sldId="392"/>
        </pc:sldMkLst>
        <pc:spChg chg="mod">
          <ac:chgData name="ETZC Media" userId="05f0189a5894c19d" providerId="LiveId" clId="{74A74B86-AB48-4D11-ACCF-EA0EDB4FDC3C}" dt="2026-03-15T01:29:47.025" v="13" actId="1036"/>
          <ac:spMkLst>
            <pc:docMk/>
            <pc:sldMk cId="1414681237" sldId="392"/>
            <ac:spMk id="3" creationId="{CD51CBB3-BB93-5995-245B-094E38717BC3}"/>
          </ac:spMkLst>
        </pc:spChg>
      </pc:sldChg>
      <pc:sldChg chg="modSp mod">
        <pc:chgData name="ETZC Media" userId="05f0189a5894c19d" providerId="LiveId" clId="{74A74B86-AB48-4D11-ACCF-EA0EDB4FDC3C}" dt="2026-03-15T01:30:02.468" v="26" actId="1035"/>
        <pc:sldMkLst>
          <pc:docMk/>
          <pc:sldMk cId="4103851070" sldId="393"/>
        </pc:sldMkLst>
        <pc:spChg chg="mod">
          <ac:chgData name="ETZC Media" userId="05f0189a5894c19d" providerId="LiveId" clId="{74A74B86-AB48-4D11-ACCF-EA0EDB4FDC3C}" dt="2026-03-15T01:30:02.468" v="26" actId="1035"/>
          <ac:spMkLst>
            <pc:docMk/>
            <pc:sldMk cId="4103851070" sldId="393"/>
            <ac:spMk id="3" creationId="{65BE3F86-FB8B-5800-EFD6-1CE6F31C892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8CEA52-DC55-7DF5-426E-F6EB82DF300A}"/>
              </a:ext>
            </a:extLst>
          </p:cNvPr>
          <p:cNvSpPr txBox="1"/>
          <p:nvPr/>
        </p:nvSpPr>
        <p:spPr>
          <a:xfrm>
            <a:off x="0" y="5434169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000" dirty="0" err="1"/>
              <a:t>ÕdLj§uù</a:t>
            </a:r>
            <a:r>
              <a:rPr lang="en-IN" sz="4000" dirty="0"/>
              <a:t>\ </a:t>
            </a:r>
            <a:r>
              <a:rPr lang="en-IN" sz="4000" dirty="0" err="1"/>
              <a:t>Tô</a:t>
            </a:r>
            <a:r>
              <a:rPr lang="en-IN" sz="4000" dirty="0"/>
              <a:t>]</a:t>
            </a:r>
            <a:r>
              <a:rPr lang="en-IN" sz="4000" dirty="0" err="1"/>
              <a:t>Tôj</a:t>
            </a:r>
            <a:r>
              <a:rPr lang="en-IN" sz="4000" dirty="0"/>
              <a:t>\m </a:t>
            </a:r>
            <a:r>
              <a:rPr lang="en-IN" sz="4000" dirty="0" err="1"/>
              <a:t>LojRôùYuú</a:t>
            </a:r>
            <a:r>
              <a:rPr lang="en-IN" sz="4000" dirty="0"/>
              <a:t>\ </a:t>
            </a:r>
            <a:r>
              <a:rPr lang="en-IN" sz="4000" dirty="0" err="1"/>
              <a:t>ûL«p</a:t>
            </a:r>
            <a:r>
              <a:rPr lang="en-IN" sz="4000" dirty="0"/>
              <a:t> </a:t>
            </a:r>
            <a:r>
              <a:rPr lang="en-IN" sz="4000" dirty="0" err="1"/>
              <a:t>RkSôp</a:t>
            </a:r>
            <a:r>
              <a:rPr lang="en-IN" sz="4000" dirty="0"/>
              <a:t> </a:t>
            </a:r>
          </a:p>
          <a:p>
            <a:r>
              <a:rPr lang="en-IN" sz="4000" dirty="0" err="1"/>
              <a:t>NkúRô`júRôPÕ</a:t>
            </a:r>
            <a:r>
              <a:rPr lang="en-IN" sz="4000" dirty="0"/>
              <a:t> </a:t>
            </a:r>
            <a:r>
              <a:rPr lang="en-IN" sz="4000" dirty="0" err="1"/>
              <a:t>Yôe</a:t>
            </a:r>
            <a:r>
              <a:rPr lang="en-IN" sz="4000" dirty="0"/>
              <a:t>¢ </a:t>
            </a:r>
            <a:r>
              <a:rPr lang="en-IN" sz="4000" dirty="0" err="1"/>
              <a:t>apúXíVô</a:t>
            </a:r>
            <a:r>
              <a:rPr lang="en-IN" sz="4000" dirty="0"/>
              <a:t> </a:t>
            </a:r>
            <a:r>
              <a:rPr lang="en-IN" sz="4000" dirty="0" err="1"/>
              <a:t>Tô¥Óm</a:t>
            </a:r>
            <a:r>
              <a:rPr lang="en-IN" sz="4000" dirty="0"/>
              <a:t> </a:t>
            </a:r>
            <a:r>
              <a:rPr lang="en-IN" sz="4000" dirty="0" err="1"/>
              <a:t>Oôu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7A4890-94F6-1275-3584-62C20DDFD863}"/>
              </a:ext>
            </a:extLst>
          </p:cNvPr>
          <p:cNvSpPr txBox="1"/>
          <p:nvPr/>
        </p:nvSpPr>
        <p:spPr>
          <a:xfrm>
            <a:off x="-1" y="544956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0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3900" dirty="0" err="1"/>
              <a:t>úRô`Uô«hùPôkÖm</a:t>
            </a:r>
            <a:r>
              <a:rPr lang="en-IN" sz="3900" dirty="0"/>
              <a:t> </a:t>
            </a:r>
            <a:r>
              <a:rPr lang="en-IN" sz="3900" dirty="0" err="1"/>
              <a:t>Guú</a:t>
            </a:r>
            <a:r>
              <a:rPr lang="en-IN" sz="3900" dirty="0"/>
              <a:t>]</a:t>
            </a:r>
            <a:r>
              <a:rPr lang="en-IN" sz="3900" dirty="0" err="1"/>
              <a:t>ôùPuù</a:t>
            </a:r>
            <a:r>
              <a:rPr lang="en-IN" sz="3900" dirty="0"/>
              <a:t>\ </a:t>
            </a:r>
            <a:r>
              <a:rPr lang="en-IN" sz="3900" dirty="0" err="1"/>
              <a:t>RôR</a:t>
            </a:r>
            <a:r>
              <a:rPr lang="en-IN" sz="3900" dirty="0"/>
              <a:t>] </a:t>
            </a:r>
            <a:r>
              <a:rPr lang="en-IN" sz="3900" dirty="0" err="1"/>
              <a:t>ùNnL«pX</a:t>
            </a:r>
            <a:r>
              <a:rPr lang="en-IN" sz="3900" dirty="0"/>
              <a:t> </a:t>
            </a:r>
          </a:p>
          <a:p>
            <a:r>
              <a:rPr lang="en-IN" sz="3900" dirty="0" err="1"/>
              <a:t>Guù</a:t>
            </a:r>
            <a:r>
              <a:rPr lang="en-IN" sz="3900" dirty="0"/>
              <a:t>]</a:t>
            </a:r>
            <a:r>
              <a:rPr lang="en-IN" sz="3900" dirty="0" err="1"/>
              <a:t>VYu</a:t>
            </a:r>
            <a:r>
              <a:rPr lang="en-IN" sz="3900" dirty="0"/>
              <a:t> </a:t>
            </a:r>
            <a:r>
              <a:rPr lang="en-IN" sz="3900" dirty="0" err="1"/>
              <a:t>A¥fNôÛm</a:t>
            </a:r>
            <a:r>
              <a:rPr lang="en-IN" sz="3900" dirty="0"/>
              <a:t> </a:t>
            </a:r>
            <a:r>
              <a:rPr lang="en-IN" sz="3900" dirty="0" err="1"/>
              <a:t>AYù</a:t>
            </a:r>
            <a:r>
              <a:rPr lang="en-IN" sz="3900" dirty="0"/>
              <a:t>]u] </a:t>
            </a:r>
            <a:r>
              <a:rPr lang="en-IN" sz="3900" dirty="0" err="1"/>
              <a:t>vú</a:t>
            </a:r>
            <a:r>
              <a:rPr lang="en-IN" sz="3900" dirty="0"/>
              <a:t>]¶</a:t>
            </a:r>
            <a:r>
              <a:rPr lang="en-IN" sz="3900" dirty="0" err="1"/>
              <a:t>dÏkÖ</a:t>
            </a:r>
            <a:endParaRPr lang="en-IN" sz="3900" dirty="0"/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51CBB3-BB93-5995-245B-094E38717BC3}"/>
              </a:ext>
            </a:extLst>
          </p:cNvPr>
          <p:cNvSpPr txBox="1"/>
          <p:nvPr/>
        </p:nvSpPr>
        <p:spPr>
          <a:xfrm>
            <a:off x="-1" y="5393115"/>
            <a:ext cx="12191999" cy="135421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9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100" dirty="0" err="1"/>
              <a:t>LxP</a:t>
            </a:r>
            <a:r>
              <a:rPr lang="en-IN" sz="4100" dirty="0"/>
              <a:t> </a:t>
            </a:r>
            <a:r>
              <a:rPr lang="en-IN" sz="4100" dirty="0" err="1"/>
              <a:t>SxP</a:t>
            </a:r>
            <a:r>
              <a:rPr lang="en-IN" sz="4100" dirty="0"/>
              <a:t> </a:t>
            </a:r>
            <a:r>
              <a:rPr lang="en-IN" sz="4100" dirty="0" err="1"/>
              <a:t>úU</a:t>
            </a:r>
            <a:r>
              <a:rPr lang="en-IN" sz="4100" dirty="0"/>
              <a:t>± </a:t>
            </a:r>
            <a:r>
              <a:rPr lang="en-IN" sz="4100" dirty="0" err="1"/>
              <a:t>YkSôp</a:t>
            </a:r>
            <a:r>
              <a:rPr lang="en-IN" sz="4100" dirty="0"/>
              <a:t> </a:t>
            </a:r>
            <a:r>
              <a:rPr lang="en-IN" sz="4100" dirty="0" err="1"/>
              <a:t>TôdVYô</a:t>
            </a:r>
            <a:r>
              <a:rPr lang="en-IN" sz="4100" dirty="0"/>
              <a:t>]</a:t>
            </a:r>
            <a:r>
              <a:rPr lang="en-IN" sz="4100" dirty="0" err="1"/>
              <a:t>ôn</a:t>
            </a:r>
            <a:r>
              <a:rPr lang="en-IN" sz="4100" dirty="0"/>
              <a:t> ¾ÚkÖ </a:t>
            </a:r>
            <a:r>
              <a:rPr lang="en-IN" sz="4100" dirty="0" err="1"/>
              <a:t>Oôu</a:t>
            </a:r>
            <a:r>
              <a:rPr lang="en-IN" sz="4100" dirty="0"/>
              <a:t> </a:t>
            </a:r>
          </a:p>
          <a:p>
            <a:r>
              <a:rPr lang="en-IN" sz="4100" dirty="0" err="1"/>
              <a:t>LxP</a:t>
            </a:r>
            <a:r>
              <a:rPr lang="en-IN" sz="4100" dirty="0"/>
              <a:t> </a:t>
            </a:r>
            <a:r>
              <a:rPr lang="en-IN" sz="4100" dirty="0" err="1"/>
              <a:t>úUt</a:t>
            </a:r>
            <a:r>
              <a:rPr lang="en-IN" sz="4100" dirty="0"/>
              <a:t>\ </a:t>
            </a:r>
            <a:r>
              <a:rPr lang="en-IN" sz="4100" dirty="0" err="1"/>
              <a:t>LojRôúYôÓ</a:t>
            </a:r>
            <a:r>
              <a:rPr lang="en-IN" sz="4100" dirty="0"/>
              <a:t> </a:t>
            </a:r>
            <a:r>
              <a:rPr lang="en-IN" sz="4100" dirty="0" err="1"/>
              <a:t>áhPô°Vôn</a:t>
            </a:r>
            <a:r>
              <a:rPr lang="en-IN" sz="4100" dirty="0"/>
              <a:t> ¾ÚkÖ </a:t>
            </a:r>
            <a:r>
              <a:rPr lang="en-IN" sz="4100" dirty="0" err="1"/>
              <a:t>Oôu</a:t>
            </a:r>
            <a:endParaRPr lang="en-IN" sz="4100" dirty="0"/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BE3F86-FB8B-5800-EFD6-1CE6F31C892D}"/>
              </a:ext>
            </a:extLst>
          </p:cNvPr>
          <p:cNvSpPr txBox="1"/>
          <p:nvPr/>
        </p:nvSpPr>
        <p:spPr>
          <a:xfrm>
            <a:off x="0" y="5472194"/>
            <a:ext cx="12192000" cy="123110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1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3700" dirty="0" err="1"/>
              <a:t>úXôLjùR</a:t>
            </a:r>
            <a:r>
              <a:rPr lang="en-IN" sz="3700" dirty="0"/>
              <a:t> </a:t>
            </a:r>
            <a:r>
              <a:rPr lang="en-IN" sz="3700" dirty="0" err="1"/>
              <a:t>Oôú</a:t>
            </a:r>
            <a:r>
              <a:rPr lang="en-IN" sz="3700" dirty="0"/>
              <a:t>]</a:t>
            </a:r>
            <a:r>
              <a:rPr lang="en-IN" sz="3700" dirty="0" err="1"/>
              <a:t>ôodÏk¨pXô</a:t>
            </a:r>
            <a:r>
              <a:rPr lang="en-IN" sz="3700" dirty="0"/>
              <a:t> </a:t>
            </a:r>
            <a:r>
              <a:rPr lang="en-IN" sz="3700" dirty="0" err="1"/>
              <a:t>LxP</a:t>
            </a:r>
            <a:r>
              <a:rPr lang="en-IN" sz="3700" dirty="0"/>
              <a:t> </a:t>
            </a:r>
            <a:r>
              <a:rPr lang="en-IN" sz="3700" dirty="0" err="1"/>
              <a:t>SxP</a:t>
            </a:r>
            <a:r>
              <a:rPr lang="en-IN" sz="3700" dirty="0"/>
              <a:t> </a:t>
            </a:r>
            <a:r>
              <a:rPr lang="en-IN" sz="3700" dirty="0" err="1"/>
              <a:t>úUôodÏk¨pXô</a:t>
            </a:r>
            <a:r>
              <a:rPr lang="en-IN" sz="3700" dirty="0"/>
              <a:t> </a:t>
            </a:r>
          </a:p>
          <a:p>
            <a:r>
              <a:rPr lang="en-IN" sz="3700" dirty="0" err="1"/>
              <a:t>GlúTôù</a:t>
            </a:r>
            <a:r>
              <a:rPr lang="en-IN" sz="3700" dirty="0"/>
              <a:t>[</a:t>
            </a:r>
            <a:r>
              <a:rPr lang="en-IN" sz="3700" dirty="0" err="1"/>
              <a:t>uú</a:t>
            </a:r>
            <a:r>
              <a:rPr lang="en-IN" sz="3700" dirty="0"/>
              <a:t>\ </a:t>
            </a:r>
            <a:r>
              <a:rPr lang="en-IN" sz="3700" dirty="0" err="1"/>
              <a:t>LojRô®ù</a:t>
            </a:r>
            <a:r>
              <a:rPr lang="en-IN" sz="3700" dirty="0"/>
              <a:t>] </a:t>
            </a:r>
            <a:r>
              <a:rPr lang="en-IN" sz="3700" dirty="0" err="1"/>
              <a:t>JkÖ</a:t>
            </a:r>
            <a:r>
              <a:rPr lang="en-IN" sz="3700" dirty="0"/>
              <a:t> </a:t>
            </a:r>
            <a:r>
              <a:rPr lang="en-IN" sz="3700" dirty="0" err="1"/>
              <a:t>LôQôùUkúS</a:t>
            </a:r>
            <a:r>
              <a:rPr lang="en-IN" sz="3700" dirty="0"/>
              <a:t> </a:t>
            </a:r>
            <a:r>
              <a:rPr lang="en-IN" sz="3700" dirty="0" err="1"/>
              <a:t>Esð</a:t>
            </a:r>
            <a:r>
              <a:rPr lang="en-IN" sz="37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1522</TotalTime>
  <Words>95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2026-03-15T01:30:04Z</dcterms:modified>
</cp:coreProperties>
</file>
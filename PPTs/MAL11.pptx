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  <p:sldId id="398" r:id="rId10"/>
    <p:sldId id="39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091889-A13F-F428-072C-D21BBC174A76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ùNôodL</a:t>
            </a:r>
            <a:r>
              <a:rPr lang="en-IN" dirty="0"/>
              <a:t> </a:t>
            </a:r>
            <a:r>
              <a:rPr lang="en-IN" dirty="0" err="1"/>
              <a:t>Sôh¥ùXu</a:t>
            </a:r>
            <a:r>
              <a:rPr lang="en-IN" dirty="0"/>
              <a:t> </a:t>
            </a:r>
            <a:r>
              <a:rPr lang="en-IN" dirty="0" err="1"/>
              <a:t>l±Vu</a:t>
            </a:r>
            <a:r>
              <a:rPr lang="en-IN" dirty="0"/>
              <a:t> ¾oj§Óm </a:t>
            </a:r>
          </a:p>
          <a:p>
            <a:r>
              <a:rPr lang="en-IN" dirty="0" err="1"/>
              <a:t>ùNôkR</a:t>
            </a:r>
            <a:r>
              <a:rPr lang="en-IN" dirty="0"/>
              <a:t> </a:t>
            </a:r>
            <a:r>
              <a:rPr lang="en-IN" dirty="0" err="1"/>
              <a:t>Åh¥p</a:t>
            </a:r>
            <a:r>
              <a:rPr lang="en-IN" dirty="0"/>
              <a:t> </a:t>
            </a:r>
            <a:r>
              <a:rPr lang="en-IN" dirty="0" err="1"/>
              <a:t>úNok¨ÓYôu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76CE4-CFBA-5FE3-2A4C-CF14D3F6B23B}"/>
              </a:ext>
            </a:extLst>
          </p:cNvPr>
          <p:cNvSpPr txBox="1"/>
          <p:nvPr/>
        </p:nvSpPr>
        <p:spPr>
          <a:xfrm>
            <a:off x="-1" y="5377723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l-PL" dirty="0"/>
              <a:t>U U LôkRú] JkÖ LôÔYôu </a:t>
            </a:r>
          </a:p>
          <a:p>
            <a:r>
              <a:rPr lang="pl-PL" dirty="0"/>
              <a:t>U]m LôjÕ Tôoj§ÓkÖ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6942F-AED8-975D-0C17-8B2E87F44904}"/>
              </a:ext>
            </a:extLst>
          </p:cNvPr>
          <p:cNvSpPr txBox="1"/>
          <p:nvPr/>
        </p:nvSpPr>
        <p:spPr>
          <a:xfrm>
            <a:off x="-1" y="537053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s-ES" dirty="0" err="1"/>
              <a:t>CkÖ</a:t>
            </a:r>
            <a:r>
              <a:rPr lang="es-ES" dirty="0"/>
              <a:t> Uu²§p </a:t>
            </a:r>
            <a:r>
              <a:rPr lang="es-ES" dirty="0" err="1"/>
              <a:t>ºúVôu</a:t>
            </a:r>
            <a:r>
              <a:rPr lang="es-ES" dirty="0"/>
              <a:t> </a:t>
            </a:r>
            <a:r>
              <a:rPr lang="es-ES" dirty="0" err="1"/>
              <a:t>Vôj</a:t>
            </a:r>
            <a:r>
              <a:rPr lang="es-ES" dirty="0"/>
              <a:t>\«p </a:t>
            </a:r>
          </a:p>
          <a:p>
            <a:r>
              <a:rPr lang="en-IN" dirty="0" err="1"/>
              <a:t>GkÖm</a:t>
            </a:r>
            <a:r>
              <a:rPr lang="en-IN" dirty="0"/>
              <a:t> ©u]R </a:t>
            </a:r>
            <a:r>
              <a:rPr lang="en-IN" dirty="0" err="1"/>
              <a:t>Uôj</a:t>
            </a:r>
            <a:r>
              <a:rPr lang="en-IN" dirty="0"/>
              <a:t>\m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91D98-B9BB-639E-D9C6-3610F3C7ABB7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GkÖ </a:t>
            </a:r>
            <a:r>
              <a:rPr lang="en-IN" dirty="0" err="1"/>
              <a:t>YkÖ</a:t>
            </a:r>
            <a:r>
              <a:rPr lang="en-IN" dirty="0"/>
              <a:t> ¿ </a:t>
            </a:r>
            <a:r>
              <a:rPr lang="en-IN" dirty="0" err="1"/>
              <a:t>Guú</a:t>
            </a:r>
            <a:r>
              <a:rPr lang="en-IN" dirty="0"/>
              <a:t>] </a:t>
            </a:r>
            <a:r>
              <a:rPr lang="en-IN" dirty="0" err="1"/>
              <a:t>úNodÏúUô</a:t>
            </a:r>
            <a:r>
              <a:rPr lang="en-IN" dirty="0"/>
              <a:t> </a:t>
            </a:r>
          </a:p>
          <a:p>
            <a:r>
              <a:rPr lang="en-IN" dirty="0" err="1"/>
              <a:t>AkÖ</a:t>
            </a:r>
            <a:r>
              <a:rPr lang="en-IN" dirty="0"/>
              <a:t> ¾Úm </a:t>
            </a:r>
            <a:r>
              <a:rPr lang="en-IN" dirty="0" err="1"/>
              <a:t>úYR</a:t>
            </a:r>
            <a:r>
              <a:rPr lang="en-IN" dirty="0"/>
              <a:t>]Ls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EE79-B070-C3E7-979B-16424840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20C568-DEEC-E742-CBE2-8EF12CEE647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D2C037-AA88-F81D-EB4C-E0904D4FD4C3}"/>
              </a:ext>
            </a:extLst>
          </p:cNvPr>
          <p:cNvSpPr txBox="1"/>
          <p:nvPr/>
        </p:nvSpPr>
        <p:spPr>
          <a:xfrm>
            <a:off x="-1" y="537053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SpX</a:t>
            </a:r>
            <a:r>
              <a:rPr lang="en-IN" dirty="0"/>
              <a:t> </a:t>
            </a:r>
            <a:r>
              <a:rPr lang="en-IN" dirty="0" err="1"/>
              <a:t>SôRú</a:t>
            </a:r>
            <a:r>
              <a:rPr lang="en-IN" dirty="0"/>
              <a:t>] ¨]</a:t>
            </a:r>
            <a:r>
              <a:rPr lang="en-IN" dirty="0" err="1"/>
              <a:t>dLôn</a:t>
            </a:r>
            <a:r>
              <a:rPr lang="en-IN" dirty="0"/>
              <a:t> </a:t>
            </a:r>
            <a:r>
              <a:rPr lang="en-IN" dirty="0" err="1"/>
              <a:t>Oôu</a:t>
            </a:r>
            <a:r>
              <a:rPr lang="en-IN" dirty="0"/>
              <a:t> </a:t>
            </a:r>
          </a:p>
          <a:p>
            <a:r>
              <a:rPr lang="en-IN" dirty="0" err="1"/>
              <a:t>úYX</a:t>
            </a:r>
            <a:r>
              <a:rPr lang="en-IN" dirty="0"/>
              <a:t> </a:t>
            </a:r>
            <a:r>
              <a:rPr lang="en-IN" dirty="0" err="1"/>
              <a:t>ùNnÙm</a:t>
            </a:r>
            <a:r>
              <a:rPr lang="en-IN" dirty="0"/>
              <a:t> </a:t>
            </a:r>
            <a:r>
              <a:rPr lang="en-IN" dirty="0" err="1"/>
              <a:t>AkjVm</a:t>
            </a:r>
            <a:r>
              <a:rPr lang="en-IN" dirty="0"/>
              <a:t> </a:t>
            </a:r>
            <a:r>
              <a:rPr lang="en-IN" dirty="0" err="1"/>
              <a:t>YúW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5682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25F2A-21AF-85EB-4D0A-CEF9D3FC2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C33EE4-0A56-5E89-C2F5-3B569138152B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9E998-14A6-2431-2179-71379F200BAE}"/>
              </a:ext>
            </a:extLst>
          </p:cNvPr>
          <p:cNvSpPr txBox="1"/>
          <p:nvPr/>
        </p:nvSpPr>
        <p:spPr>
          <a:xfrm>
            <a:off x="-1" y="5377724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ApXp</a:t>
            </a:r>
            <a:r>
              <a:rPr lang="en-IN" dirty="0"/>
              <a:t> ¾okÕ ¨u </a:t>
            </a:r>
            <a:r>
              <a:rPr lang="en-IN" dirty="0" err="1"/>
              <a:t>N®úR</a:t>
            </a:r>
            <a:r>
              <a:rPr lang="en-IN" dirty="0"/>
              <a:t> </a:t>
            </a:r>
            <a:r>
              <a:rPr lang="en-IN" dirty="0" err="1"/>
              <a:t>YWôu</a:t>
            </a:r>
            <a:r>
              <a:rPr lang="en-IN" dirty="0"/>
              <a:t> </a:t>
            </a:r>
          </a:p>
          <a:p>
            <a:r>
              <a:rPr lang="en-IN" dirty="0" err="1"/>
              <a:t>CpX</a:t>
            </a:r>
            <a:r>
              <a:rPr lang="en-IN" dirty="0"/>
              <a:t> </a:t>
            </a:r>
            <a:r>
              <a:rPr lang="en-IN" dirty="0" err="1"/>
              <a:t>Tô¬p</a:t>
            </a:r>
            <a:r>
              <a:rPr lang="en-IN" dirty="0"/>
              <a:t> ®v\</a:t>
            </a:r>
            <a:r>
              <a:rPr lang="en-IN" dirty="0" err="1"/>
              <a:t>UÜm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8361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9DFE4-13AE-BA6D-F8BC-B290A1074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D926C3-FF15-8132-0684-DB1279B6EA8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8D9E90-840B-27F7-1A24-BC494182E1A0}"/>
              </a:ext>
            </a:extLst>
          </p:cNvPr>
          <p:cNvSpPr txBox="1"/>
          <p:nvPr/>
        </p:nvSpPr>
        <p:spPr>
          <a:xfrm>
            <a:off x="-1" y="5370538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t-BR" dirty="0"/>
              <a:t>UÚ éª«p R[WôúR Oôu </a:t>
            </a:r>
          </a:p>
          <a:p>
            <a:r>
              <a:rPr lang="en-IN" dirty="0" err="1"/>
              <a:t>UÚÜkÖ</a:t>
            </a:r>
            <a:r>
              <a:rPr lang="en-IN" dirty="0"/>
              <a:t> ¨u </a:t>
            </a:r>
            <a:r>
              <a:rPr lang="en-IN" dirty="0" err="1"/>
              <a:t>dßTVôp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7023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2A722-C727-DE5C-3BA2-98F9BF81A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BF06E1-0D51-716B-0D3C-C822B1EE2298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FE3FE-8EA1-EE64-8EC6-176F393A7ADB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JÚ </a:t>
            </a:r>
            <a:r>
              <a:rPr lang="en-IN" dirty="0" err="1"/>
              <a:t>SôÞm</a:t>
            </a:r>
            <a:r>
              <a:rPr lang="en-IN" dirty="0"/>
              <a:t> ¿ ©¬</a:t>
            </a:r>
            <a:r>
              <a:rPr lang="en-IN" dirty="0" err="1"/>
              <a:t>VôùRuú</a:t>
            </a:r>
            <a:r>
              <a:rPr lang="en-IN" dirty="0"/>
              <a:t>] </a:t>
            </a:r>
          </a:p>
          <a:p>
            <a:r>
              <a:rPr lang="en-IN" dirty="0" err="1"/>
              <a:t>LÚÕkÖ</a:t>
            </a:r>
            <a:r>
              <a:rPr lang="en-IN" dirty="0"/>
              <a:t> </a:t>
            </a:r>
            <a:r>
              <a:rPr lang="en-IN" dirty="0" err="1"/>
              <a:t>LiU</a:t>
            </a:r>
            <a:r>
              <a:rPr lang="en-IN" dirty="0"/>
              <a:t>¦ </a:t>
            </a:r>
            <a:r>
              <a:rPr lang="en-IN" dirty="0" err="1"/>
              <a:t>úTôp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4899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0B9FE-0D39-CC01-976D-DB9E41510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C4B07B-B02B-E15B-783B-85853E657A2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28B34-4BE0-A961-864B-F676170AB963}"/>
              </a:ext>
            </a:extLst>
          </p:cNvPr>
          <p:cNvSpPr txBox="1"/>
          <p:nvPr/>
        </p:nvSpPr>
        <p:spPr>
          <a:xfrm>
            <a:off x="0" y="537053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Lojß</a:t>
            </a:r>
            <a:r>
              <a:rPr lang="en-IN" dirty="0"/>
              <a:t> LôL[m Yô²p </a:t>
            </a:r>
            <a:r>
              <a:rPr lang="en-IN" dirty="0" err="1"/>
              <a:t>úLhÏYôu</a:t>
            </a:r>
            <a:r>
              <a:rPr lang="en-IN" dirty="0"/>
              <a:t> </a:t>
            </a:r>
          </a:p>
          <a:p>
            <a:r>
              <a:rPr lang="en-IN" dirty="0" err="1"/>
              <a:t>LôXUôVpúXô</a:t>
            </a:r>
            <a:r>
              <a:rPr lang="en-IN" dirty="0"/>
              <a:t> </a:t>
            </a:r>
            <a:r>
              <a:rPr lang="en-IN" dirty="0" err="1"/>
              <a:t>l±Vú</a:t>
            </a:r>
            <a:r>
              <a:rPr lang="en-IN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530029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9613-F139-BC3E-FA7C-19DE4A1C7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957E2C-49C3-4BF6-958F-E971735B0D0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88C6F2-77EB-B15E-1833-26409D28F9D0}"/>
              </a:ext>
            </a:extLst>
          </p:cNvPr>
          <p:cNvSpPr txBox="1"/>
          <p:nvPr/>
        </p:nvSpPr>
        <p:spPr>
          <a:xfrm>
            <a:off x="0" y="5377728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BNúVßkúS</a:t>
            </a:r>
            <a:r>
              <a:rPr lang="en-IN" dirty="0"/>
              <a:t> ¨</a:t>
            </a:r>
            <a:r>
              <a:rPr lang="en-IN" dirty="0" err="1"/>
              <a:t>uú</a:t>
            </a:r>
            <a:r>
              <a:rPr lang="en-IN" dirty="0"/>
              <a:t>] </a:t>
            </a:r>
            <a:r>
              <a:rPr lang="en-IN" dirty="0" err="1"/>
              <a:t>LôÔYôu</a:t>
            </a:r>
            <a:r>
              <a:rPr lang="en-IN" dirty="0"/>
              <a:t> </a:t>
            </a:r>
          </a:p>
          <a:p>
            <a:r>
              <a:rPr lang="en-IN" dirty="0" err="1"/>
              <a:t>BùUu</a:t>
            </a:r>
            <a:r>
              <a:rPr lang="en-IN" dirty="0"/>
              <a:t> </a:t>
            </a:r>
            <a:r>
              <a:rPr lang="en-IN" dirty="0" err="1"/>
              <a:t>CúVÑúY</a:t>
            </a:r>
            <a:r>
              <a:rPr lang="en-IN" dirty="0"/>
              <a:t> </a:t>
            </a:r>
            <a:r>
              <a:rPr lang="en-IN" dirty="0" err="1"/>
              <a:t>YWúQ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9212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1479</TotalTime>
  <Words>127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2026-02-01T09:15:20Z</dcterms:modified>
</cp:coreProperties>
</file>
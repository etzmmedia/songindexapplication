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  <p:sldId id="397" r:id="rId9"/>
    <p:sldId id="398" r:id="rId10"/>
    <p:sldId id="399" r:id="rId11"/>
    <p:sldId id="400" r:id="rId12"/>
    <p:sldId id="40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75ADEB-8A73-EDF0-C850-D9FE5E3117F5}"/>
              </a:ext>
            </a:extLst>
          </p:cNvPr>
          <p:cNvSpPr txBox="1"/>
          <p:nvPr/>
        </p:nvSpPr>
        <p:spPr>
          <a:xfrm>
            <a:off x="0" y="5377728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ùRnYj§à</a:t>
            </a:r>
            <a:r>
              <a:rPr lang="en-IN" dirty="0"/>
              <a:t> </a:t>
            </a:r>
            <a:r>
              <a:rPr lang="en-IN" dirty="0" err="1"/>
              <a:t>vúRôj</a:t>
            </a:r>
            <a:r>
              <a:rPr lang="en-IN" dirty="0"/>
              <a:t>\m </a:t>
            </a:r>
            <a:r>
              <a:rPr lang="en-IN" dirty="0" err="1"/>
              <a:t>ùRnYj§à</a:t>
            </a:r>
            <a:r>
              <a:rPr lang="en-IN" dirty="0"/>
              <a:t> </a:t>
            </a:r>
            <a:r>
              <a:rPr lang="en-IN" dirty="0" err="1"/>
              <a:t>vúRôj</a:t>
            </a:r>
            <a:r>
              <a:rPr lang="en-IN" dirty="0"/>
              <a:t>\m </a:t>
            </a:r>
          </a:p>
          <a:p>
            <a:r>
              <a:rPr lang="en-IN" dirty="0" err="1"/>
              <a:t>ùRnYj§à</a:t>
            </a:r>
            <a:r>
              <a:rPr lang="en-IN" dirty="0"/>
              <a:t> </a:t>
            </a:r>
            <a:r>
              <a:rPr lang="en-IN" dirty="0" err="1"/>
              <a:t>vúRôj</a:t>
            </a:r>
            <a:r>
              <a:rPr lang="en-IN" dirty="0"/>
              <a:t>\m </a:t>
            </a:r>
            <a:r>
              <a:rPr lang="en-IN" dirty="0" err="1"/>
              <a:t>CkÖm</a:t>
            </a:r>
            <a:r>
              <a:rPr lang="en-IN" dirty="0"/>
              <a:t> </a:t>
            </a:r>
            <a:r>
              <a:rPr lang="en-IN" dirty="0" err="1"/>
              <a:t>GkúSdÏm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F973A4-01FB-3E10-678A-7485C795A1FA}"/>
              </a:ext>
            </a:extLst>
          </p:cNvPr>
          <p:cNvSpPr txBox="1"/>
          <p:nvPr/>
        </p:nvSpPr>
        <p:spPr>
          <a:xfrm>
            <a:off x="0" y="5373623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LôpYô</a:t>
            </a:r>
            <a:r>
              <a:rPr lang="en-IN" dirty="0"/>
              <a:t>¬ </a:t>
            </a:r>
            <a:r>
              <a:rPr lang="en-IN" dirty="0" err="1"/>
              <a:t>UX«p</a:t>
            </a:r>
            <a:r>
              <a:rPr lang="en-IN" dirty="0"/>
              <a:t> </a:t>
            </a:r>
            <a:r>
              <a:rPr lang="en-IN" dirty="0" err="1"/>
              <a:t>dñ£p</a:t>
            </a:r>
            <a:r>
              <a:rPr lang="en-IN" dirty="0"/>
              <a:t> </a:t>
            </a:r>
            <a:r>
              <a:rPr lang="en-IN" dirty="0" err="1"/>
              <a:t>U¬fùNôÚ</a:t>
            </a:r>
            <a:r>
              <a:rPr lang="en-IN" dirty="0"/>
              <a:t> </a:t>
            </a:r>
          </a:p>
          <a:p>
            <a:r>
              <a:rPr lang="en-IN" dirty="0" err="1"/>
              <a:t>ùRnYj§à</a:t>
            </a:r>
            <a:r>
              <a:rPr lang="en-IN" dirty="0"/>
              <a:t> </a:t>
            </a:r>
            <a:r>
              <a:rPr lang="en-IN" dirty="0" err="1"/>
              <a:t>vúRôj</a:t>
            </a:r>
            <a:r>
              <a:rPr lang="en-IN" dirty="0"/>
              <a:t>\m </a:t>
            </a:r>
            <a:r>
              <a:rPr lang="en-IN" dirty="0" err="1"/>
              <a:t>CkÖm</a:t>
            </a:r>
            <a:r>
              <a:rPr lang="en-IN" dirty="0"/>
              <a:t> </a:t>
            </a:r>
            <a:r>
              <a:rPr lang="en-IN" dirty="0" err="1"/>
              <a:t>GkúSdÏm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4E3AF-2AFE-EC05-493E-F60FF2C59A0B}"/>
              </a:ext>
            </a:extLst>
          </p:cNvPr>
          <p:cNvSpPr txBox="1"/>
          <p:nvPr/>
        </p:nvSpPr>
        <p:spPr>
          <a:xfrm>
            <a:off x="-1" y="5373630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TôTTôWj§p</a:t>
            </a:r>
            <a:r>
              <a:rPr lang="en-IN" dirty="0"/>
              <a:t> ¨</a:t>
            </a:r>
            <a:r>
              <a:rPr lang="en-IN" dirty="0" err="1"/>
              <a:t>kùSuù</a:t>
            </a:r>
            <a:r>
              <a:rPr lang="en-IN" dirty="0"/>
              <a:t>] </a:t>
            </a:r>
            <a:r>
              <a:rPr lang="en-IN" dirty="0" err="1"/>
              <a:t>W·fùNôÚ</a:t>
            </a:r>
            <a:r>
              <a:rPr lang="en-IN" dirty="0"/>
              <a:t> </a:t>
            </a:r>
          </a:p>
          <a:p>
            <a:r>
              <a:rPr lang="en-IN" dirty="0" err="1"/>
              <a:t>ùRnYj§à</a:t>
            </a:r>
            <a:r>
              <a:rPr lang="en-IN" dirty="0"/>
              <a:t> </a:t>
            </a:r>
            <a:r>
              <a:rPr lang="en-IN" dirty="0" err="1"/>
              <a:t>vúRôj</a:t>
            </a:r>
            <a:r>
              <a:rPr lang="en-IN" dirty="0"/>
              <a:t>\m </a:t>
            </a:r>
            <a:r>
              <a:rPr lang="en-IN" dirty="0" err="1"/>
              <a:t>CkÖm</a:t>
            </a:r>
            <a:r>
              <a:rPr lang="en-IN" dirty="0"/>
              <a:t> </a:t>
            </a:r>
            <a:r>
              <a:rPr lang="en-IN" dirty="0" err="1"/>
              <a:t>GkúSdÏm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6C138F-520B-8AF9-DCD6-62977A27E84E}"/>
              </a:ext>
            </a:extLst>
          </p:cNvPr>
          <p:cNvSpPr txBox="1"/>
          <p:nvPr/>
        </p:nvSpPr>
        <p:spPr>
          <a:xfrm>
            <a:off x="0" y="5373626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BjUN§VôùXuàs</a:t>
            </a:r>
            <a:r>
              <a:rPr lang="en-IN" dirty="0"/>
              <a:t>[m ¨\</a:t>
            </a:r>
            <a:r>
              <a:rPr lang="en-IN" dirty="0" err="1"/>
              <a:t>fúNôÚ</a:t>
            </a:r>
            <a:r>
              <a:rPr lang="en-IN" dirty="0"/>
              <a:t> </a:t>
            </a:r>
          </a:p>
          <a:p>
            <a:r>
              <a:rPr lang="en-IN" dirty="0" err="1"/>
              <a:t>ùRnYj§à</a:t>
            </a:r>
            <a:r>
              <a:rPr lang="en-IN" dirty="0"/>
              <a:t> </a:t>
            </a:r>
            <a:r>
              <a:rPr lang="en-IN" dirty="0" err="1"/>
              <a:t>vúRôj</a:t>
            </a:r>
            <a:r>
              <a:rPr lang="en-IN" dirty="0"/>
              <a:t>\m </a:t>
            </a:r>
            <a:r>
              <a:rPr lang="en-IN" dirty="0" err="1"/>
              <a:t>CkÖm</a:t>
            </a:r>
            <a:r>
              <a:rPr lang="en-IN" dirty="0"/>
              <a:t> </a:t>
            </a:r>
            <a:r>
              <a:rPr lang="en-IN" dirty="0" err="1"/>
              <a:t>GkúSdÏm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67CA5-CB11-2789-B20B-233D4F306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E55AD40-7EA1-1BE9-D79A-078345ED6429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76A408-EF9A-35E3-C1DF-D591E421636D}"/>
              </a:ext>
            </a:extLst>
          </p:cNvPr>
          <p:cNvSpPr txBox="1"/>
          <p:nvPr/>
        </p:nvSpPr>
        <p:spPr>
          <a:xfrm>
            <a:off x="0" y="5373627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KúWôSôÞm</a:t>
            </a:r>
            <a:r>
              <a:rPr lang="en-IN" dirty="0"/>
              <a:t> </a:t>
            </a:r>
            <a:r>
              <a:rPr lang="en-IN" dirty="0" err="1"/>
              <a:t>Guù</a:t>
            </a:r>
            <a:r>
              <a:rPr lang="en-IN" dirty="0"/>
              <a:t>\ </a:t>
            </a:r>
            <a:r>
              <a:rPr lang="en-IN" dirty="0" err="1"/>
              <a:t>TôWm</a:t>
            </a:r>
            <a:r>
              <a:rPr lang="en-IN" dirty="0"/>
              <a:t> </a:t>
            </a:r>
            <a:r>
              <a:rPr lang="en-IN" dirty="0" err="1"/>
              <a:t>ÑUdÏkS</a:t>
            </a:r>
            <a:r>
              <a:rPr lang="en-IN" dirty="0"/>
              <a:t> </a:t>
            </a:r>
          </a:p>
          <a:p>
            <a:r>
              <a:rPr lang="en-IN" dirty="0" err="1"/>
              <a:t>ùRnYj§à</a:t>
            </a:r>
            <a:r>
              <a:rPr lang="en-IN" dirty="0"/>
              <a:t> </a:t>
            </a:r>
            <a:r>
              <a:rPr lang="en-IN" dirty="0" err="1"/>
              <a:t>vúRôj</a:t>
            </a:r>
            <a:r>
              <a:rPr lang="en-IN" dirty="0"/>
              <a:t>\m </a:t>
            </a:r>
            <a:r>
              <a:rPr lang="en-IN" dirty="0" err="1"/>
              <a:t>CkÖm</a:t>
            </a:r>
            <a:r>
              <a:rPr lang="en-IN" dirty="0"/>
              <a:t> </a:t>
            </a:r>
            <a:r>
              <a:rPr lang="en-IN" dirty="0" err="1"/>
              <a:t>GkúSdÏm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2888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9E0BD-38D3-7C0F-F479-24B0A6E5D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E87A51F-A12E-981B-2912-4EFB56CA6D4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D1E527-D808-E4E1-FE30-B89EB1E921E1}"/>
              </a:ext>
            </a:extLst>
          </p:cNvPr>
          <p:cNvSpPr txBox="1"/>
          <p:nvPr/>
        </p:nvSpPr>
        <p:spPr>
          <a:xfrm>
            <a:off x="-1" y="5373627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NjßdLs</a:t>
            </a:r>
            <a:r>
              <a:rPr lang="en-IN" dirty="0"/>
              <a:t> </a:t>
            </a:r>
            <a:r>
              <a:rPr lang="en-IN" dirty="0" err="1"/>
              <a:t>ØuTôùL</a:t>
            </a:r>
            <a:r>
              <a:rPr lang="en-IN" dirty="0"/>
              <a:t> </a:t>
            </a:r>
            <a:r>
              <a:rPr lang="en-IN" dirty="0" err="1"/>
              <a:t>úUNùVôÚdÏkS</a:t>
            </a:r>
            <a:r>
              <a:rPr lang="en-IN" dirty="0"/>
              <a:t> </a:t>
            </a:r>
          </a:p>
          <a:p>
            <a:r>
              <a:rPr lang="en-IN" dirty="0" err="1"/>
              <a:t>ùRnYj§à</a:t>
            </a:r>
            <a:r>
              <a:rPr lang="en-IN" dirty="0"/>
              <a:t> </a:t>
            </a:r>
            <a:r>
              <a:rPr lang="en-IN" dirty="0" err="1"/>
              <a:t>vúRôj</a:t>
            </a:r>
            <a:r>
              <a:rPr lang="en-IN" dirty="0"/>
              <a:t>\m </a:t>
            </a:r>
            <a:r>
              <a:rPr lang="en-IN" dirty="0" err="1"/>
              <a:t>CkÖm</a:t>
            </a:r>
            <a:r>
              <a:rPr lang="en-IN" dirty="0"/>
              <a:t> </a:t>
            </a:r>
            <a:r>
              <a:rPr lang="en-IN" dirty="0" err="1"/>
              <a:t>GkúSdÏm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3263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9D712-4619-48D3-A23E-3F68BEC54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4D1953-D375-0F75-F43E-439DD1DB058D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6AFC88-0F5E-0267-AD5C-6271FD2F2E88}"/>
              </a:ext>
            </a:extLst>
          </p:cNvPr>
          <p:cNvSpPr txBox="1"/>
          <p:nvPr/>
        </p:nvSpPr>
        <p:spPr>
          <a:xfrm>
            <a:off x="0" y="5370540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jßx</a:t>
            </a:r>
            <a:r>
              <a:rPr lang="en-IN" dirty="0"/>
              <a:t>¥ </a:t>
            </a:r>
            <a:r>
              <a:rPr lang="en-IN" dirty="0" err="1"/>
              <a:t>Guù</a:t>
            </a:r>
            <a:r>
              <a:rPr lang="en-IN" dirty="0"/>
              <a:t>\</a:t>
            </a:r>
            <a:r>
              <a:rPr lang="en-IN" dirty="0" err="1"/>
              <a:t>úUp</a:t>
            </a:r>
            <a:r>
              <a:rPr lang="en-IN" dirty="0"/>
              <a:t> </a:t>
            </a:r>
            <a:r>
              <a:rPr lang="en-IN" dirty="0" err="1"/>
              <a:t>Yf£xPUôn</a:t>
            </a:r>
            <a:r>
              <a:rPr lang="en-IN" dirty="0"/>
              <a:t> </a:t>
            </a:r>
            <a:r>
              <a:rPr lang="en-IN" dirty="0" err="1"/>
              <a:t>úSôdÏkS</a:t>
            </a:r>
            <a:r>
              <a:rPr lang="en-IN" dirty="0"/>
              <a:t> </a:t>
            </a:r>
          </a:p>
          <a:p>
            <a:r>
              <a:rPr lang="en-IN" dirty="0" err="1"/>
              <a:t>ùRnYj§à</a:t>
            </a:r>
            <a:r>
              <a:rPr lang="en-IN" dirty="0"/>
              <a:t> </a:t>
            </a:r>
            <a:r>
              <a:rPr lang="en-IN" dirty="0" err="1"/>
              <a:t>vúRôj</a:t>
            </a:r>
            <a:r>
              <a:rPr lang="en-IN" dirty="0"/>
              <a:t>\m </a:t>
            </a:r>
            <a:r>
              <a:rPr lang="en-IN" dirty="0" err="1"/>
              <a:t>CkÖm</a:t>
            </a:r>
            <a:r>
              <a:rPr lang="en-IN" dirty="0"/>
              <a:t> </a:t>
            </a:r>
            <a:r>
              <a:rPr lang="en-IN" dirty="0" err="1"/>
              <a:t>GkúSdÏm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0464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07035-6190-7E7A-907D-F3ADE70AA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A78A94-E2E6-871A-6B25-77AB3D1DDE95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192338-DE45-899E-EB08-69FC87DDF6B5}"/>
              </a:ext>
            </a:extLst>
          </p:cNvPr>
          <p:cNvSpPr txBox="1"/>
          <p:nvPr/>
        </p:nvSpPr>
        <p:spPr>
          <a:xfrm>
            <a:off x="-1" y="5370540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GpXô</a:t>
            </a:r>
            <a:r>
              <a:rPr lang="en-IN" dirty="0"/>
              <a:t> </a:t>
            </a:r>
            <a:r>
              <a:rPr lang="en-IN" dirty="0" err="1"/>
              <a:t>úWôLeMdÏm</a:t>
            </a:r>
            <a:r>
              <a:rPr lang="en-IN" dirty="0"/>
              <a:t> </a:t>
            </a:r>
            <a:r>
              <a:rPr lang="en-IN" dirty="0" err="1"/>
              <a:t>SpX</a:t>
            </a:r>
            <a:r>
              <a:rPr lang="en-IN" dirty="0"/>
              <a:t> </a:t>
            </a:r>
            <a:r>
              <a:rPr lang="en-IN" dirty="0" err="1"/>
              <a:t>ûYkV</a:t>
            </a:r>
            <a:r>
              <a:rPr lang="en-IN" dirty="0"/>
              <a:t>]</a:t>
            </a:r>
            <a:r>
              <a:rPr lang="en-IN" dirty="0" err="1"/>
              <a:t>ôV</a:t>
            </a:r>
            <a:r>
              <a:rPr lang="en-IN" dirty="0"/>
              <a:t> </a:t>
            </a:r>
          </a:p>
          <a:p>
            <a:r>
              <a:rPr lang="en-IN" dirty="0" err="1"/>
              <a:t>ùRnYj§à</a:t>
            </a:r>
            <a:r>
              <a:rPr lang="en-IN" dirty="0"/>
              <a:t> </a:t>
            </a:r>
            <a:r>
              <a:rPr lang="en-IN" dirty="0" err="1"/>
              <a:t>vúRôj</a:t>
            </a:r>
            <a:r>
              <a:rPr lang="en-IN" dirty="0"/>
              <a:t>\m </a:t>
            </a:r>
            <a:r>
              <a:rPr lang="en-IN" dirty="0" err="1"/>
              <a:t>CkÖm</a:t>
            </a:r>
            <a:r>
              <a:rPr lang="en-IN" dirty="0"/>
              <a:t> </a:t>
            </a:r>
            <a:r>
              <a:rPr lang="en-IN" dirty="0" err="1"/>
              <a:t>GkúSdÏm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7883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82087-584C-56AA-D495-0632E8CB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4803602-733D-016A-57D1-F7AE5171B492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138936-9BDF-5D29-56D6-FB8153E97701}"/>
              </a:ext>
            </a:extLst>
          </p:cNvPr>
          <p:cNvSpPr txBox="1"/>
          <p:nvPr/>
        </p:nvSpPr>
        <p:spPr>
          <a:xfrm>
            <a:off x="0" y="5373627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úWôLNnV«ùXu</a:t>
            </a:r>
            <a:r>
              <a:rPr lang="en-IN" dirty="0"/>
              <a:t> </a:t>
            </a:r>
            <a:r>
              <a:rPr lang="en-IN" dirty="0" err="1"/>
              <a:t>áùP</a:t>
            </a:r>
            <a:r>
              <a:rPr lang="en-IN" dirty="0"/>
              <a:t>«¬</a:t>
            </a:r>
            <a:r>
              <a:rPr lang="en-IN" dirty="0" err="1"/>
              <a:t>dÏkS</a:t>
            </a:r>
            <a:r>
              <a:rPr lang="en-IN" dirty="0"/>
              <a:t> </a:t>
            </a:r>
          </a:p>
          <a:p>
            <a:r>
              <a:rPr lang="en-IN" dirty="0" err="1"/>
              <a:t>ùRnYj§à</a:t>
            </a:r>
            <a:r>
              <a:rPr lang="en-IN" dirty="0"/>
              <a:t> </a:t>
            </a:r>
            <a:r>
              <a:rPr lang="en-IN" dirty="0" err="1"/>
              <a:t>vúRôj</a:t>
            </a:r>
            <a:r>
              <a:rPr lang="en-IN" dirty="0"/>
              <a:t>\m </a:t>
            </a:r>
            <a:r>
              <a:rPr lang="en-IN" dirty="0" err="1"/>
              <a:t>CkÖm</a:t>
            </a:r>
            <a:r>
              <a:rPr lang="en-IN" dirty="0"/>
              <a:t> </a:t>
            </a:r>
            <a:r>
              <a:rPr lang="en-IN" dirty="0" err="1"/>
              <a:t>GkúSdÏm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7578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F5132-3985-D78C-4736-86FBA79D5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6E7F18-594A-53DD-7B70-6619710BF2C9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D7A409-C3B6-2E55-9F4F-EBAC410F9853}"/>
              </a:ext>
            </a:extLst>
          </p:cNvPr>
          <p:cNvSpPr txBox="1"/>
          <p:nvPr/>
        </p:nvSpPr>
        <p:spPr>
          <a:xfrm>
            <a:off x="-1" y="5377727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LiÔ¿o</a:t>
            </a:r>
            <a:r>
              <a:rPr lang="en-IN" dirty="0"/>
              <a:t> </a:t>
            </a:r>
            <a:r>
              <a:rPr lang="en-IN" dirty="0" err="1"/>
              <a:t>çÏmúTôs</a:t>
            </a:r>
            <a:r>
              <a:rPr lang="en-IN" dirty="0"/>
              <a:t> U]</a:t>
            </a:r>
            <a:r>
              <a:rPr lang="en-IN" dirty="0" err="1"/>
              <a:t>v^Ù</a:t>
            </a:r>
            <a:r>
              <a:rPr lang="en-IN" dirty="0" err="1">
                <a:latin typeface="Tamil Bible" pitchFamily="2" charset="0"/>
              </a:rPr>
              <a:t>yp</a:t>
            </a:r>
            <a:r>
              <a:rPr lang="en-IN" dirty="0" err="1"/>
              <a:t>kS</a:t>
            </a:r>
            <a:r>
              <a:rPr lang="en-IN" dirty="0"/>
              <a:t> </a:t>
            </a:r>
          </a:p>
          <a:p>
            <a:r>
              <a:rPr lang="en-IN" dirty="0" err="1"/>
              <a:t>ùRnYj§à</a:t>
            </a:r>
            <a:r>
              <a:rPr lang="en-IN" dirty="0"/>
              <a:t> </a:t>
            </a:r>
            <a:r>
              <a:rPr lang="en-IN" dirty="0" err="1"/>
              <a:t>vúRôj</a:t>
            </a:r>
            <a:r>
              <a:rPr lang="en-IN" dirty="0"/>
              <a:t>\m </a:t>
            </a:r>
            <a:r>
              <a:rPr lang="en-IN" dirty="0" err="1"/>
              <a:t>CkÖm</a:t>
            </a:r>
            <a:r>
              <a:rPr lang="en-IN" dirty="0"/>
              <a:t> </a:t>
            </a:r>
            <a:r>
              <a:rPr lang="en-IN" dirty="0" err="1"/>
              <a:t>GkúSdÏm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8916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2625A-DB33-36CD-41F2-3540C44BE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DA56525-64BE-CF87-784B-E4418187E4C8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C071FD-6917-D635-D896-4A03BA968194}"/>
              </a:ext>
            </a:extLst>
          </p:cNvPr>
          <p:cNvSpPr txBox="1"/>
          <p:nvPr/>
        </p:nvSpPr>
        <p:spPr>
          <a:xfrm>
            <a:off x="-1" y="5370535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ùTt</a:t>
            </a:r>
            <a:r>
              <a:rPr lang="en-IN" dirty="0"/>
              <a:t>\ Rs[</a:t>
            </a:r>
            <a:r>
              <a:rPr lang="en-IN" dirty="0" err="1"/>
              <a:t>ùVdLôs</a:t>
            </a:r>
            <a:r>
              <a:rPr lang="en-IN" dirty="0"/>
              <a:t> </a:t>
            </a:r>
            <a:r>
              <a:rPr lang="en-IN" dirty="0" err="1"/>
              <a:t>Etß</a:t>
            </a:r>
            <a:r>
              <a:rPr lang="en-IN" dirty="0"/>
              <a:t> </a:t>
            </a:r>
            <a:r>
              <a:rPr lang="en-IN" dirty="0" err="1"/>
              <a:t>vú</a:t>
            </a:r>
            <a:r>
              <a:rPr lang="en-IN" dirty="0"/>
              <a:t>]¶</a:t>
            </a:r>
            <a:r>
              <a:rPr lang="en-IN" dirty="0" err="1"/>
              <a:t>dÏkS</a:t>
            </a:r>
            <a:r>
              <a:rPr lang="en-IN" dirty="0"/>
              <a:t> </a:t>
            </a:r>
          </a:p>
          <a:p>
            <a:r>
              <a:rPr lang="en-IN" dirty="0" err="1"/>
              <a:t>ùRnYj§à</a:t>
            </a:r>
            <a:r>
              <a:rPr lang="en-IN" dirty="0"/>
              <a:t> </a:t>
            </a:r>
            <a:r>
              <a:rPr lang="en-IN" dirty="0" err="1"/>
              <a:t>vúRôj</a:t>
            </a:r>
            <a:r>
              <a:rPr lang="en-IN" dirty="0"/>
              <a:t>\m </a:t>
            </a:r>
            <a:r>
              <a:rPr lang="en-IN" dirty="0" err="1"/>
              <a:t>CkÖm</a:t>
            </a:r>
            <a:r>
              <a:rPr lang="en-IN" dirty="0"/>
              <a:t> </a:t>
            </a:r>
            <a:r>
              <a:rPr lang="en-IN" dirty="0" err="1"/>
              <a:t>GkúSdÏm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6086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FDA6D-C8C5-453D-A55A-B3DCD8623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69EF59E-73D5-F4D3-E68C-E07974BAEFA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F531DB-CBBC-D2EF-6BEC-1838EC0C014D}"/>
              </a:ext>
            </a:extLst>
          </p:cNvPr>
          <p:cNvSpPr txBox="1"/>
          <p:nvPr/>
        </p:nvSpPr>
        <p:spPr>
          <a:xfrm>
            <a:off x="-1" y="5370537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YudßT«ùXuù</a:t>
            </a:r>
            <a:r>
              <a:rPr lang="en-IN" dirty="0"/>
              <a:t>] </a:t>
            </a:r>
            <a:r>
              <a:rPr lang="en-IN" dirty="0" err="1"/>
              <a:t>CkúSúVô</a:t>
            </a:r>
            <a:r>
              <a:rPr lang="en-IN" dirty="0"/>
              <a:t>[m </a:t>
            </a:r>
            <a:r>
              <a:rPr lang="en-IN" dirty="0" err="1"/>
              <a:t>LôjR</a:t>
            </a:r>
            <a:r>
              <a:rPr lang="en-IN" dirty="0"/>
              <a:t> </a:t>
            </a:r>
          </a:p>
          <a:p>
            <a:r>
              <a:rPr lang="en-IN" dirty="0" err="1"/>
              <a:t>ùRnYj§à</a:t>
            </a:r>
            <a:r>
              <a:rPr lang="en-IN" dirty="0"/>
              <a:t> </a:t>
            </a:r>
            <a:r>
              <a:rPr lang="en-IN" dirty="0" err="1"/>
              <a:t>vúRôj</a:t>
            </a:r>
            <a:r>
              <a:rPr lang="en-IN" dirty="0"/>
              <a:t>\m </a:t>
            </a:r>
            <a:r>
              <a:rPr lang="en-IN" dirty="0" err="1"/>
              <a:t>CkÖm</a:t>
            </a:r>
            <a:r>
              <a:rPr lang="en-IN" dirty="0"/>
              <a:t> </a:t>
            </a:r>
            <a:r>
              <a:rPr lang="en-IN" dirty="0" err="1"/>
              <a:t>GkúSdÏm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8715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1519</TotalTime>
  <Words>190</Words>
  <Application>Microsoft Office PowerPoint</Application>
  <PresentationFormat>Widescreen</PresentationFormat>
  <Paragraphs>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Tamil Bible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2026-02-21T12:50:42Z</dcterms:modified>
</cp:coreProperties>
</file>
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FB67A-8AFD-4D40-4399-490ACD8F0275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fr-FR" dirty="0"/>
              <a:t>TWU ©</a:t>
            </a:r>
            <a:r>
              <a:rPr lang="fr-FR" dirty="0" err="1"/>
              <a:t>Rô®à</a:t>
            </a:r>
            <a:r>
              <a:rPr lang="fr-FR" dirty="0"/>
              <a:t> </a:t>
            </a:r>
            <a:r>
              <a:rPr lang="fr-FR" dirty="0" err="1"/>
              <a:t>vÕ</a:t>
            </a:r>
            <a:r>
              <a:rPr lang="fr-FR" dirty="0"/>
              <a:t>§ </a:t>
            </a:r>
            <a:r>
              <a:rPr lang="fr-FR" dirty="0" err="1"/>
              <a:t>TôPôm</a:t>
            </a:r>
            <a:r>
              <a:rPr lang="fr-FR" dirty="0"/>
              <a:t> </a:t>
            </a:r>
          </a:p>
          <a:p>
            <a:r>
              <a:rPr lang="en-IN" dirty="0"/>
              <a:t>AY]</a:t>
            </a:r>
            <a:r>
              <a:rPr lang="en-IN" dirty="0" err="1"/>
              <a:t>púXô</a:t>
            </a:r>
            <a:r>
              <a:rPr lang="en-IN" dirty="0"/>
              <a:t> </a:t>
            </a:r>
            <a:r>
              <a:rPr lang="en-IN" dirty="0" err="1"/>
              <a:t>ËYù</a:t>
            </a:r>
            <a:r>
              <a:rPr lang="en-IN" dirty="0"/>
              <a:t>] </a:t>
            </a:r>
            <a:r>
              <a:rPr lang="en-IN" dirty="0" err="1"/>
              <a:t>Sp¡VYu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38F75-DE7B-60B5-C1FF-CDAACCF4A6CB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TôYeM</a:t>
            </a:r>
            <a:r>
              <a:rPr lang="en-IN" dirty="0"/>
              <a:t>[</a:t>
            </a:r>
            <a:r>
              <a:rPr lang="en-IN" dirty="0" err="1"/>
              <a:t>ôLúY</a:t>
            </a:r>
            <a:r>
              <a:rPr lang="en-IN" dirty="0"/>
              <a:t> </a:t>
            </a:r>
            <a:r>
              <a:rPr lang="en-IN" dirty="0" err="1"/>
              <a:t>bªf¨ÓkÖ</a:t>
            </a:r>
            <a:r>
              <a:rPr lang="en-IN" dirty="0"/>
              <a:t> </a:t>
            </a:r>
          </a:p>
          <a:p>
            <a:r>
              <a:rPr lang="en-IN" dirty="0" err="1"/>
              <a:t>úWôLeM</a:t>
            </a:r>
            <a:r>
              <a:rPr lang="en-IN" dirty="0"/>
              <a:t>[¡</a:t>
            </a:r>
            <a:r>
              <a:rPr lang="en-IN" dirty="0" err="1"/>
              <a:t>XÜm</a:t>
            </a:r>
            <a:r>
              <a:rPr lang="en-IN" dirty="0"/>
              <a:t> ¿</a:t>
            </a:r>
            <a:r>
              <a:rPr lang="en-IN" dirty="0" err="1"/>
              <a:t>d¡ÓkÖ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FF62A-D432-3DF9-F213-9C0D1D9F3D98}"/>
              </a:ext>
            </a:extLst>
          </p:cNvPr>
          <p:cNvSpPr txBox="1"/>
          <p:nvPr/>
        </p:nvSpPr>
        <p:spPr>
          <a:xfrm>
            <a:off x="5000" y="538110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AmUùVl</a:t>
            </a:r>
            <a:r>
              <a:rPr lang="en-IN" dirty="0"/>
              <a:t> </a:t>
            </a:r>
            <a:r>
              <a:rPr lang="en-IN" dirty="0" err="1"/>
              <a:t>úTôXuù</a:t>
            </a:r>
            <a:r>
              <a:rPr lang="en-IN" dirty="0"/>
              <a:t>] KU²fÑ </a:t>
            </a:r>
          </a:p>
          <a:p>
            <a:r>
              <a:rPr lang="en-IN" dirty="0"/>
              <a:t>ATLP </a:t>
            </a:r>
            <a:r>
              <a:rPr lang="en-IN" dirty="0" err="1"/>
              <a:t>úYû</a:t>
            </a:r>
            <a:r>
              <a:rPr lang="en-IN" dirty="0"/>
              <a:t>[©p </a:t>
            </a:r>
            <a:r>
              <a:rPr lang="en-IN" dirty="0" err="1"/>
              <a:t>Tô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fNYu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7465B-3A2C-9E49-FFBE-E7AB790ED7D2}"/>
              </a:ext>
            </a:extLst>
          </p:cNvPr>
          <p:cNvSpPr txBox="1"/>
          <p:nvPr/>
        </p:nvSpPr>
        <p:spPr>
          <a:xfrm>
            <a:off x="0" y="536572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BLôW</a:t>
            </a:r>
            <a:r>
              <a:rPr lang="en-IN" dirty="0"/>
              <a:t> Tô²V </a:t>
            </a:r>
            <a:r>
              <a:rPr lang="en-IN" dirty="0" err="1"/>
              <a:t>úU¡VYu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j§VUôm</a:t>
            </a:r>
            <a:r>
              <a:rPr lang="en-IN" dirty="0"/>
              <a:t> </a:t>
            </a:r>
            <a:r>
              <a:rPr lang="en-IN" dirty="0" err="1"/>
              <a:t>ËYù</a:t>
            </a:r>
            <a:r>
              <a:rPr lang="en-IN" dirty="0"/>
              <a:t>] </a:t>
            </a:r>
            <a:r>
              <a:rPr lang="en-IN" dirty="0" err="1"/>
              <a:t>Sp¡ÓkÖ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A5F0-432C-CE71-BBC1-463C7665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E4AE63-B0DE-61F0-125E-427D8AE23C7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E928D-A4CA-793B-1888-5858E3A08C3E}"/>
              </a:ext>
            </a:extLst>
          </p:cNvPr>
          <p:cNvSpPr txBox="1"/>
          <p:nvPr/>
        </p:nvSpPr>
        <p:spPr>
          <a:xfrm>
            <a:off x="0" y="538110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CPùV</a:t>
            </a:r>
            <a:r>
              <a:rPr lang="en-IN" dirty="0"/>
              <a:t>] </a:t>
            </a:r>
            <a:r>
              <a:rPr lang="en-IN" dirty="0" err="1"/>
              <a:t>úTôùXuù</a:t>
            </a:r>
            <a:r>
              <a:rPr lang="en-IN" dirty="0"/>
              <a:t>] </a:t>
            </a:r>
            <a:r>
              <a:rPr lang="en-IN" dirty="0" err="1"/>
              <a:t>úR</a:t>
            </a:r>
            <a:r>
              <a:rPr lang="en-IN" dirty="0"/>
              <a:t>¥ </a:t>
            </a:r>
            <a:r>
              <a:rPr lang="en-IN" dirty="0" err="1"/>
              <a:t>YkÕ</a:t>
            </a:r>
            <a:r>
              <a:rPr lang="en-IN" dirty="0"/>
              <a:t> </a:t>
            </a:r>
          </a:p>
          <a:p>
            <a:r>
              <a:rPr lang="en-IN" dirty="0" err="1"/>
              <a:t>TôTd</a:t>
            </a:r>
            <a:r>
              <a:rPr lang="en-IN" dirty="0"/>
              <a:t> </a:t>
            </a:r>
            <a:r>
              <a:rPr lang="en-IN" dirty="0" err="1"/>
              <a:t>Ï¯«p</a:t>
            </a:r>
            <a:r>
              <a:rPr lang="en-IN" dirty="0"/>
              <a:t> ¨</a:t>
            </a:r>
            <a:r>
              <a:rPr lang="en-IN" dirty="0" err="1"/>
              <a:t>kúSt±VYu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23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FDE3-246E-7914-BC21-6DD62083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A30B73-A7CC-936A-00AE-B56BD196509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EC101-CAD2-A372-EFEF-2D4736AFF1B1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ùNôkR</a:t>
            </a:r>
            <a:r>
              <a:rPr lang="en-IN" dirty="0"/>
              <a:t> </a:t>
            </a:r>
            <a:r>
              <a:rPr lang="en-IN" dirty="0" err="1"/>
              <a:t>Uôd</a:t>
            </a:r>
            <a:r>
              <a:rPr lang="en-IN" dirty="0"/>
              <a:t>¡ </a:t>
            </a:r>
            <a:r>
              <a:rPr lang="en-IN" dirty="0" err="1"/>
              <a:t>SmùU</a:t>
            </a:r>
            <a:r>
              <a:rPr lang="en-IN" dirty="0"/>
              <a:t> ¾oj§ÓYôu </a:t>
            </a:r>
          </a:p>
          <a:p>
            <a:r>
              <a:rPr lang="en-IN" dirty="0" err="1"/>
              <a:t>ùNôkR</a:t>
            </a:r>
            <a:r>
              <a:rPr lang="en-IN" dirty="0"/>
              <a:t> </a:t>
            </a:r>
            <a:r>
              <a:rPr lang="en-IN" dirty="0" err="1"/>
              <a:t>ùWdRm</a:t>
            </a:r>
            <a:r>
              <a:rPr lang="en-IN" dirty="0"/>
              <a:t> </a:t>
            </a:r>
            <a:r>
              <a:rPr lang="en-IN" dirty="0" err="1"/>
              <a:t>SØdúL¡VYu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810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C36E-821F-7BCF-F1E7-577722226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AA40AF-A590-79DB-A241-838F9AAB8A2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12932-43FC-4B6D-AEF5-97B120465946}"/>
              </a:ext>
            </a:extLst>
          </p:cNvPr>
          <p:cNvSpPr txBox="1"/>
          <p:nvPr/>
        </p:nvSpPr>
        <p:spPr>
          <a:xfrm>
            <a:off x="-1" y="53736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áÓLù</a:t>
            </a:r>
            <a:r>
              <a:rPr lang="en-IN" dirty="0"/>
              <a:t>[ </a:t>
            </a:r>
            <a:r>
              <a:rPr lang="en-IN" dirty="0" err="1"/>
              <a:t>áùP</a:t>
            </a:r>
            <a:r>
              <a:rPr lang="en-IN" dirty="0"/>
              <a:t> á¥[d¡ </a:t>
            </a:r>
          </a:p>
          <a:p>
            <a:r>
              <a:rPr lang="en-IN" dirty="0"/>
              <a:t>T\</a:t>
            </a:r>
            <a:r>
              <a:rPr lang="en-IN" dirty="0" err="1"/>
              <a:t>dÏYô</a:t>
            </a:r>
            <a:r>
              <a:rPr lang="en-IN" dirty="0"/>
              <a:t>]ô« </a:t>
            </a:r>
            <a:r>
              <a:rPr lang="en-IN" dirty="0" err="1"/>
              <a:t>SmùU</a:t>
            </a:r>
            <a:r>
              <a:rPr lang="en-IN" dirty="0"/>
              <a:t> º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l©fÑ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935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F945-E8FC-5743-DEE0-35E2DDAF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BE6B7A-34F6-6337-EB06-48772A060DA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755FA-BE20-FF5F-69AD-D81D6F683117}"/>
              </a:ext>
            </a:extLst>
          </p:cNvPr>
          <p:cNvSpPr txBox="1"/>
          <p:nvPr/>
        </p:nvSpPr>
        <p:spPr>
          <a:xfrm>
            <a:off x="0" y="537772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s-ES" dirty="0"/>
              <a:t>£\ÏL[§u </a:t>
            </a:r>
            <a:r>
              <a:rPr lang="es-ES" dirty="0" err="1"/>
              <a:t>úUp</a:t>
            </a:r>
            <a:r>
              <a:rPr lang="es-ES" dirty="0"/>
              <a:t> </a:t>
            </a:r>
            <a:r>
              <a:rPr lang="es-ES" dirty="0" err="1"/>
              <a:t>Y¶fÑ</a:t>
            </a:r>
            <a:r>
              <a:rPr lang="es-ES" dirty="0"/>
              <a:t> </a:t>
            </a:r>
            <a:r>
              <a:rPr lang="es-ES" dirty="0" err="1"/>
              <a:t>SmùU</a:t>
            </a:r>
            <a:r>
              <a:rPr lang="es-ES" dirty="0"/>
              <a:t> </a:t>
            </a:r>
          </a:p>
          <a:p>
            <a:r>
              <a:rPr lang="pt-BR" dirty="0"/>
              <a:t>¨Xm T¬_ô« Sôm S£f£PôùR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72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FA92-5706-3593-6F20-5C551405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C11623-E25D-AC32-A158-5A717A68BA7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AE30D-AA34-BB51-6E4E-971C2E2808CC}"/>
              </a:ext>
            </a:extLst>
          </p:cNvPr>
          <p:cNvSpPr txBox="1"/>
          <p:nvPr/>
        </p:nvSpPr>
        <p:spPr>
          <a:xfrm>
            <a:off x="-1" y="53705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ùNnVôm</a:t>
            </a:r>
            <a:r>
              <a:rPr lang="en-IN" dirty="0"/>
              <a:t> </a:t>
            </a:r>
            <a:r>
              <a:rPr lang="en-IN" dirty="0" err="1"/>
              <a:t>yßRVeLUô</a:t>
            </a:r>
            <a:r>
              <a:rPr lang="en-IN" dirty="0"/>
              <a:t>« </a:t>
            </a:r>
          </a:p>
          <a:p>
            <a:r>
              <a:rPr lang="en-IN" dirty="0" err="1"/>
              <a:t>Ïm©Pôm</a:t>
            </a:r>
            <a:r>
              <a:rPr lang="en-IN" dirty="0"/>
              <a:t> </a:t>
            </a:r>
            <a:r>
              <a:rPr lang="en-IN" dirty="0" err="1"/>
              <a:t>AYu</a:t>
            </a:r>
            <a:r>
              <a:rPr lang="en-IN" dirty="0"/>
              <a:t> </a:t>
            </a:r>
            <a:r>
              <a:rPr lang="en-IN" dirty="0" err="1"/>
              <a:t>Øm©p</a:t>
            </a:r>
            <a:r>
              <a:rPr lang="en-IN" dirty="0"/>
              <a:t> </a:t>
            </a:r>
            <a:r>
              <a:rPr lang="en-IN" dirty="0" err="1"/>
              <a:t>BRWYôn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95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E5DF-9FCA-E1B4-20B1-9E34A409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37C0D6-1928-1A67-6C54-C21FD575A5F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45A57-3E28-F436-1B11-5AE9711932B4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apúXíVô</a:t>
            </a:r>
            <a:r>
              <a:rPr lang="en-IN" dirty="0"/>
              <a:t> </a:t>
            </a:r>
            <a:r>
              <a:rPr lang="en-IN" dirty="0" err="1"/>
              <a:t>TôPôm</a:t>
            </a:r>
            <a:r>
              <a:rPr lang="en-IN" dirty="0"/>
              <a:t> </a:t>
            </a:r>
            <a:r>
              <a:rPr lang="en-IN" dirty="0" err="1"/>
              <a:t>úUôRúUôúP</a:t>
            </a:r>
            <a:r>
              <a:rPr lang="en-IN" dirty="0"/>
              <a:t> </a:t>
            </a:r>
          </a:p>
          <a:p>
            <a:r>
              <a:rPr lang="en-IN" dirty="0"/>
              <a:t>AY]</a:t>
            </a:r>
            <a:r>
              <a:rPr lang="en-IN" dirty="0" err="1"/>
              <a:t>púXô</a:t>
            </a:r>
            <a:r>
              <a:rPr lang="en-IN" dirty="0"/>
              <a:t> </a:t>
            </a:r>
            <a:r>
              <a:rPr lang="en-IN" dirty="0" err="1"/>
              <a:t>SmªùP</a:t>
            </a:r>
            <a:r>
              <a:rPr lang="en-IN" dirty="0"/>
              <a:t> </a:t>
            </a:r>
            <a:r>
              <a:rPr lang="en-IN" dirty="0" err="1"/>
              <a:t>Wd`LWu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57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</TotalTime>
  <Words>142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2026-02-22T11:55:49Z</dcterms:modified>
</cp:coreProperties>
</file>
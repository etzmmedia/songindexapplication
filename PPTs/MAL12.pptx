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modSld">
      <pc:chgData name="ETZC Media" userId="05f0189a5894c19d" providerId="LiveId" clId="{74A74B86-AB48-4D11-ACCF-EA0EDB4FDC3C}" dt="2026-02-01T10:34:18.986" v="7" actId="403"/>
      <pc:docMkLst>
        <pc:docMk/>
      </pc:docMkLst>
      <pc:sldChg chg="modSp mod">
        <pc:chgData name="ETZC Media" userId="05f0189a5894c19d" providerId="LiveId" clId="{74A74B86-AB48-4D11-ACCF-EA0EDB4FDC3C}" dt="2026-02-01T10:33:14.369" v="0" actId="403"/>
        <pc:sldMkLst>
          <pc:docMk/>
          <pc:sldMk cId="850099564" sldId="390"/>
        </pc:sldMkLst>
        <pc:spChg chg="mod">
          <ac:chgData name="ETZC Media" userId="05f0189a5894c19d" providerId="LiveId" clId="{74A74B86-AB48-4D11-ACCF-EA0EDB4FDC3C}" dt="2026-02-01T10:33:14.369" v="0" actId="403"/>
          <ac:spMkLst>
            <pc:docMk/>
            <pc:sldMk cId="850099564" sldId="390"/>
            <ac:spMk id="3" creationId="{426261DA-2D64-0B0F-5B8C-58B3BA92DCAA}"/>
          </ac:spMkLst>
        </pc:spChg>
      </pc:sldChg>
      <pc:sldChg chg="modSp mod">
        <pc:chgData name="ETZC Media" userId="05f0189a5894c19d" providerId="LiveId" clId="{74A74B86-AB48-4D11-ACCF-EA0EDB4FDC3C}" dt="2026-02-01T10:33:22.836" v="1" actId="403"/>
        <pc:sldMkLst>
          <pc:docMk/>
          <pc:sldMk cId="944968354" sldId="391"/>
        </pc:sldMkLst>
        <pc:spChg chg="mod">
          <ac:chgData name="ETZC Media" userId="05f0189a5894c19d" providerId="LiveId" clId="{74A74B86-AB48-4D11-ACCF-EA0EDB4FDC3C}" dt="2026-02-01T10:33:22.836" v="1" actId="403"/>
          <ac:spMkLst>
            <pc:docMk/>
            <pc:sldMk cId="944968354" sldId="391"/>
            <ac:spMk id="3" creationId="{B881B349-A3C4-59C4-FD05-DADDAFED5E41}"/>
          </ac:spMkLst>
        </pc:spChg>
      </pc:sldChg>
      <pc:sldChg chg="modSp mod">
        <pc:chgData name="ETZC Media" userId="05f0189a5894c19d" providerId="LiveId" clId="{74A74B86-AB48-4D11-ACCF-EA0EDB4FDC3C}" dt="2026-02-01T10:33:33.856" v="2" actId="403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2-01T10:33:33.856" v="2" actId="403"/>
          <ac:spMkLst>
            <pc:docMk/>
            <pc:sldMk cId="1414681237" sldId="392"/>
            <ac:spMk id="3" creationId="{C016F093-79BF-0287-2DF5-2E394DFB95B5}"/>
          </ac:spMkLst>
        </pc:spChg>
      </pc:sldChg>
      <pc:sldChg chg="modSp mod">
        <pc:chgData name="ETZC Media" userId="05f0189a5894c19d" providerId="LiveId" clId="{74A74B86-AB48-4D11-ACCF-EA0EDB4FDC3C}" dt="2026-02-01T10:33:40.016" v="3" actId="403"/>
        <pc:sldMkLst>
          <pc:docMk/>
          <pc:sldMk cId="4103851070" sldId="393"/>
        </pc:sldMkLst>
        <pc:spChg chg="mod">
          <ac:chgData name="ETZC Media" userId="05f0189a5894c19d" providerId="LiveId" clId="{74A74B86-AB48-4D11-ACCF-EA0EDB4FDC3C}" dt="2026-02-01T10:33:40.016" v="3" actId="403"/>
          <ac:spMkLst>
            <pc:docMk/>
            <pc:sldMk cId="4103851070" sldId="393"/>
            <ac:spMk id="3" creationId="{DDE68F7B-6110-2DF1-EF8B-228D2B49C534}"/>
          </ac:spMkLst>
        </pc:spChg>
      </pc:sldChg>
      <pc:sldChg chg="modSp mod">
        <pc:chgData name="ETZC Media" userId="05f0189a5894c19d" providerId="LiveId" clId="{74A74B86-AB48-4D11-ACCF-EA0EDB4FDC3C}" dt="2026-02-01T10:33:54.244" v="4" actId="403"/>
        <pc:sldMkLst>
          <pc:docMk/>
          <pc:sldMk cId="3847262709" sldId="394"/>
        </pc:sldMkLst>
        <pc:spChg chg="mod">
          <ac:chgData name="ETZC Media" userId="05f0189a5894c19d" providerId="LiveId" clId="{74A74B86-AB48-4D11-ACCF-EA0EDB4FDC3C}" dt="2026-02-01T10:33:54.244" v="4" actId="403"/>
          <ac:spMkLst>
            <pc:docMk/>
            <pc:sldMk cId="3847262709" sldId="394"/>
            <ac:spMk id="3" creationId="{CDF042CA-B0E2-8649-68EE-7F1390273808}"/>
          </ac:spMkLst>
        </pc:spChg>
      </pc:sldChg>
      <pc:sldChg chg="modSp mod">
        <pc:chgData name="ETZC Media" userId="05f0189a5894c19d" providerId="LiveId" clId="{74A74B86-AB48-4D11-ACCF-EA0EDB4FDC3C}" dt="2026-02-01T10:34:01.199" v="5" actId="403"/>
        <pc:sldMkLst>
          <pc:docMk/>
          <pc:sldMk cId="1655950457" sldId="395"/>
        </pc:sldMkLst>
        <pc:spChg chg="mod">
          <ac:chgData name="ETZC Media" userId="05f0189a5894c19d" providerId="LiveId" clId="{74A74B86-AB48-4D11-ACCF-EA0EDB4FDC3C}" dt="2026-02-01T10:34:01.199" v="5" actId="403"/>
          <ac:spMkLst>
            <pc:docMk/>
            <pc:sldMk cId="1655950457" sldId="395"/>
            <ac:spMk id="3" creationId="{4D2C7AD1-BE89-67B4-8C7B-87FF52142E02}"/>
          </ac:spMkLst>
        </pc:spChg>
      </pc:sldChg>
      <pc:sldChg chg="modSp mod">
        <pc:chgData name="ETZC Media" userId="05f0189a5894c19d" providerId="LiveId" clId="{74A74B86-AB48-4D11-ACCF-EA0EDB4FDC3C}" dt="2026-02-01T10:34:10.533" v="6" actId="403"/>
        <pc:sldMkLst>
          <pc:docMk/>
          <pc:sldMk cId="4123671418" sldId="396"/>
        </pc:sldMkLst>
        <pc:spChg chg="mod">
          <ac:chgData name="ETZC Media" userId="05f0189a5894c19d" providerId="LiveId" clId="{74A74B86-AB48-4D11-ACCF-EA0EDB4FDC3C}" dt="2026-02-01T10:34:10.533" v="6" actId="403"/>
          <ac:spMkLst>
            <pc:docMk/>
            <pc:sldMk cId="4123671418" sldId="396"/>
            <ac:spMk id="3" creationId="{F3AEB97F-FCDB-312B-3DA6-3EFEDBA40B1B}"/>
          </ac:spMkLst>
        </pc:spChg>
      </pc:sldChg>
      <pc:sldChg chg="modSp mod">
        <pc:chgData name="ETZC Media" userId="05f0189a5894c19d" providerId="LiveId" clId="{74A74B86-AB48-4D11-ACCF-EA0EDB4FDC3C}" dt="2026-02-01T10:34:18.986" v="7" actId="403"/>
        <pc:sldMkLst>
          <pc:docMk/>
          <pc:sldMk cId="227549934" sldId="397"/>
        </pc:sldMkLst>
        <pc:spChg chg="mod">
          <ac:chgData name="ETZC Media" userId="05f0189a5894c19d" providerId="LiveId" clId="{74A74B86-AB48-4D11-ACCF-EA0EDB4FDC3C}" dt="2026-02-01T10:34:18.986" v="7" actId="403"/>
          <ac:spMkLst>
            <pc:docMk/>
            <pc:sldMk cId="227549934" sldId="397"/>
            <ac:spMk id="3" creationId="{2BB19804-A8E4-1DE7-36AC-6A0C7D2DFC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6261DA-2D64-0B0F-5B8C-58B3BA92DCAA}"/>
              </a:ext>
            </a:extLst>
          </p:cNvPr>
          <p:cNvSpPr txBox="1"/>
          <p:nvPr/>
        </p:nvSpPr>
        <p:spPr>
          <a:xfrm>
            <a:off x="0" y="5374694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T¬ÑjRôjUôúY</a:t>
            </a:r>
            <a:r>
              <a:rPr lang="en-IN" dirty="0"/>
              <a:t> Nd§ </a:t>
            </a:r>
            <a:r>
              <a:rPr lang="en-IN" dirty="0" err="1"/>
              <a:t>TLok¨PúQ</a:t>
            </a:r>
            <a:r>
              <a:rPr lang="en-IN" dirty="0"/>
              <a:t> </a:t>
            </a:r>
          </a:p>
          <a:p>
            <a:r>
              <a:rPr lang="en-IN" dirty="0" err="1"/>
              <a:t>A®PjúR</a:t>
            </a:r>
            <a:r>
              <a:rPr lang="en-IN" dirty="0"/>
              <a:t> </a:t>
            </a:r>
            <a:r>
              <a:rPr lang="en-IN" dirty="0" err="1"/>
              <a:t>TXm</a:t>
            </a:r>
            <a:r>
              <a:rPr lang="en-IN" dirty="0"/>
              <a:t> </a:t>
            </a:r>
            <a:r>
              <a:rPr lang="en-IN" dirty="0" err="1"/>
              <a:t>OeMsd</a:t>
            </a:r>
            <a:r>
              <a:rPr lang="en-IN" dirty="0"/>
              <a:t> </a:t>
            </a:r>
            <a:r>
              <a:rPr lang="en-IN" dirty="0" err="1"/>
              <a:t>LôYvV</a:t>
            </a:r>
            <a:r>
              <a:rPr lang="en-IN" dirty="0"/>
              <a:t> </a:t>
            </a:r>
            <a:r>
              <a:rPr lang="en-IN" dirty="0" err="1"/>
              <a:t>ùUkÖ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81B349-A3C4-59C4-FD05-DADDAFED5E41}"/>
              </a:ext>
            </a:extLst>
          </p:cNvPr>
          <p:cNvSpPr txBox="1"/>
          <p:nvPr/>
        </p:nvSpPr>
        <p:spPr>
          <a:xfrm>
            <a:off x="3048000" y="5708138"/>
            <a:ext cx="6096000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400" dirty="0" err="1"/>
              <a:t>LojRôúY</a:t>
            </a:r>
            <a:r>
              <a:rPr lang="en-IN" sz="4400" dirty="0"/>
              <a:t> ¿ </a:t>
            </a:r>
            <a:r>
              <a:rPr lang="en-IN" sz="4400" dirty="0" err="1"/>
              <a:t>A±ÙkÖ</a:t>
            </a:r>
            <a:r>
              <a:rPr lang="en-IN" sz="4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6F093-79BF-0287-2DF5-2E394DFB95B5}"/>
              </a:ext>
            </a:extLst>
          </p:cNvPr>
          <p:cNvSpPr txBox="1"/>
          <p:nvPr/>
        </p:nvSpPr>
        <p:spPr>
          <a:xfrm>
            <a:off x="0" y="537053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400" dirty="0" err="1"/>
              <a:t>BjV</a:t>
            </a:r>
            <a:r>
              <a:rPr lang="en-IN" sz="4400" dirty="0"/>
              <a:t> </a:t>
            </a:r>
            <a:r>
              <a:rPr lang="en-IN" sz="4400" dirty="0" err="1"/>
              <a:t>èt</a:t>
            </a:r>
            <a:r>
              <a:rPr lang="en-IN" sz="4400" dirty="0"/>
              <a:t>\</a:t>
            </a:r>
            <a:r>
              <a:rPr lang="en-IN" sz="4400" dirty="0" err="1"/>
              <a:t>ôi¥ùX</a:t>
            </a:r>
            <a:r>
              <a:rPr lang="en-IN" sz="4400" dirty="0"/>
              <a:t> </a:t>
            </a:r>
            <a:r>
              <a:rPr lang="en-IN" sz="4400" dirty="0" err="1"/>
              <a:t>AàTYm</a:t>
            </a:r>
            <a:r>
              <a:rPr lang="en-IN" sz="4400" dirty="0"/>
              <a:t> </a:t>
            </a:r>
            <a:r>
              <a:rPr lang="en-IN" sz="4400" dirty="0" err="1"/>
              <a:t>úTôp</a:t>
            </a:r>
            <a:r>
              <a:rPr lang="en-IN" sz="4400" dirty="0"/>
              <a:t> </a:t>
            </a:r>
          </a:p>
          <a:p>
            <a:r>
              <a:rPr lang="en-IN" sz="4400" dirty="0" err="1"/>
              <a:t>A§NVm</a:t>
            </a:r>
            <a:r>
              <a:rPr lang="en-IN" sz="4400" dirty="0"/>
              <a:t> </a:t>
            </a:r>
            <a:r>
              <a:rPr lang="en-IN" sz="4400" dirty="0" err="1"/>
              <a:t>úXôLj§p</a:t>
            </a:r>
            <a:r>
              <a:rPr lang="en-IN" sz="4400" dirty="0"/>
              <a:t> </a:t>
            </a:r>
            <a:r>
              <a:rPr lang="en-IN" sz="4400" dirty="0" err="1"/>
              <a:t>SPk¨ÓYôu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68F7B-6110-2DF1-EF8B-228D2B49C534}"/>
              </a:ext>
            </a:extLst>
          </p:cNvPr>
          <p:cNvSpPr txBox="1"/>
          <p:nvPr/>
        </p:nvSpPr>
        <p:spPr>
          <a:xfrm>
            <a:off x="-1" y="5377722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400" dirty="0" err="1"/>
              <a:t>B§«p</a:t>
            </a:r>
            <a:r>
              <a:rPr lang="en-IN" sz="4400" dirty="0"/>
              <a:t> </a:t>
            </a:r>
            <a:r>
              <a:rPr lang="en-IN" sz="4400" dirty="0" err="1"/>
              <a:t>GkS</a:t>
            </a:r>
            <a:r>
              <a:rPr lang="en-IN" sz="4400" dirty="0"/>
              <a:t> </a:t>
            </a:r>
            <a:r>
              <a:rPr lang="en-IN" sz="4400" dirty="0" err="1"/>
              <a:t>úTôp</a:t>
            </a:r>
            <a:r>
              <a:rPr lang="en-IN" sz="4400" dirty="0"/>
              <a:t> </a:t>
            </a:r>
            <a:r>
              <a:rPr lang="en-IN" sz="4400" dirty="0" err="1"/>
              <a:t>BjUôúY</a:t>
            </a:r>
            <a:r>
              <a:rPr lang="en-IN" sz="4400" dirty="0"/>
              <a:t> </a:t>
            </a:r>
          </a:p>
          <a:p>
            <a:r>
              <a:rPr lang="en-IN" sz="4400" dirty="0"/>
              <a:t>C\e¢ </a:t>
            </a:r>
            <a:r>
              <a:rPr lang="en-IN" sz="4400" dirty="0" err="1"/>
              <a:t>Yk¨PúQ</a:t>
            </a:r>
            <a:r>
              <a:rPr lang="en-IN" sz="4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48FF-CF96-B730-28ED-EAEE842E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95F9ED5-8AB3-485E-C723-226F648DEB4A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042CA-B0E2-8649-68EE-7F1390273808}"/>
              </a:ext>
            </a:extLst>
          </p:cNvPr>
          <p:cNvSpPr txBox="1"/>
          <p:nvPr/>
        </p:nvSpPr>
        <p:spPr>
          <a:xfrm>
            <a:off x="0" y="5373631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400" dirty="0"/>
              <a:t>¡</a:t>
            </a:r>
            <a:r>
              <a:rPr lang="en-IN" sz="4400" dirty="0" err="1"/>
              <a:t>ÚTLÞm</a:t>
            </a:r>
            <a:r>
              <a:rPr lang="en-IN" sz="4400" dirty="0"/>
              <a:t> </a:t>
            </a:r>
            <a:r>
              <a:rPr lang="en-IN" sz="4400" dirty="0" err="1"/>
              <a:t>YWeMÞm</a:t>
            </a:r>
            <a:r>
              <a:rPr lang="en-IN" sz="4400" dirty="0"/>
              <a:t> </a:t>
            </a:r>
            <a:r>
              <a:rPr lang="en-IN" sz="4400" dirty="0" err="1"/>
              <a:t>ù_ô</a:t>
            </a:r>
            <a:r>
              <a:rPr lang="en-IN" sz="4400" dirty="0" err="1">
                <a:latin typeface="Tamil Bible" pitchFamily="2" charset="0"/>
              </a:rPr>
              <a:t>yp</a:t>
            </a:r>
            <a:r>
              <a:rPr lang="en-IN" sz="4400" dirty="0" err="1"/>
              <a:t>f£ÓYôu</a:t>
            </a:r>
            <a:r>
              <a:rPr lang="en-IN" sz="4400" dirty="0"/>
              <a:t> </a:t>
            </a:r>
            <a:r>
              <a:rPr lang="en-IN" sz="4400" dirty="0" err="1"/>
              <a:t>OeMs</a:t>
            </a:r>
            <a:r>
              <a:rPr lang="en-IN" sz="4400" dirty="0"/>
              <a:t> </a:t>
            </a:r>
          </a:p>
          <a:p>
            <a:r>
              <a:rPr lang="en-IN" sz="4400" dirty="0"/>
              <a:t>YN]</a:t>
            </a:r>
            <a:r>
              <a:rPr lang="en-IN" sz="4400" dirty="0" err="1"/>
              <a:t>j§p</a:t>
            </a:r>
            <a:r>
              <a:rPr lang="en-IN" sz="4400" dirty="0"/>
              <a:t> </a:t>
            </a:r>
            <a:r>
              <a:rPr lang="en-IN" sz="4400" dirty="0" err="1"/>
              <a:t>úYÚk</a:t>
            </a:r>
            <a:r>
              <a:rPr lang="en-IN" sz="4400" dirty="0"/>
              <a:t>¨ Y[</a:t>
            </a:r>
            <a:r>
              <a:rPr lang="en-IN" sz="4400" dirty="0" err="1"/>
              <a:t>ok§ÓYôu</a:t>
            </a:r>
            <a:r>
              <a:rPr lang="en-IN" sz="4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7262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7BBD3-37A2-A51B-7EF6-DD94F60CB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EE2638-6F74-529A-67F1-2298EF08DE4C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C7AD1-BE89-67B4-8C7B-87FF52142E02}"/>
              </a:ext>
            </a:extLst>
          </p:cNvPr>
          <p:cNvSpPr txBox="1"/>
          <p:nvPr/>
        </p:nvSpPr>
        <p:spPr>
          <a:xfrm>
            <a:off x="0" y="53777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400" dirty="0"/>
              <a:t>©</a:t>
            </a:r>
            <a:r>
              <a:rPr lang="en-IN" sz="4400" dirty="0" err="1"/>
              <a:t>uUZùV</a:t>
            </a:r>
            <a:r>
              <a:rPr lang="en-IN" sz="4400" dirty="0"/>
              <a:t> </a:t>
            </a:r>
            <a:r>
              <a:rPr lang="en-IN" sz="4400" dirty="0" err="1"/>
              <a:t>úYLm</a:t>
            </a:r>
            <a:r>
              <a:rPr lang="en-IN" sz="4400" dirty="0"/>
              <a:t> </a:t>
            </a:r>
            <a:r>
              <a:rPr lang="en-IN" sz="4400" dirty="0" err="1"/>
              <a:t>A«dLQúU</a:t>
            </a:r>
            <a:r>
              <a:rPr lang="en-IN" sz="4400" dirty="0"/>
              <a:t> </a:t>
            </a:r>
          </a:p>
          <a:p>
            <a:r>
              <a:rPr lang="en-IN" sz="4400" dirty="0"/>
              <a:t>¨u _]m </a:t>
            </a:r>
            <a:r>
              <a:rPr lang="en-IN" sz="4400" dirty="0" err="1"/>
              <a:t>EQok¨ÓYôu</a:t>
            </a:r>
            <a:r>
              <a:rPr lang="en-IN" sz="4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5950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34A6-8789-5596-3C0A-BC53CD3DB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05F2C2-E01D-94AA-6E11-6A80C88FA68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EB97F-FCDB-312B-3DA6-3EFEDBA40B1B}"/>
              </a:ext>
            </a:extLst>
          </p:cNvPr>
          <p:cNvSpPr txBox="1"/>
          <p:nvPr/>
        </p:nvSpPr>
        <p:spPr>
          <a:xfrm>
            <a:off x="0" y="537053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400" dirty="0" err="1"/>
              <a:t>úXôLj§u</a:t>
            </a:r>
            <a:r>
              <a:rPr lang="en-IN" sz="4400" dirty="0"/>
              <a:t> </a:t>
            </a:r>
            <a:r>
              <a:rPr lang="en-IN" sz="4400" dirty="0" err="1"/>
              <a:t>úUôLm</a:t>
            </a:r>
            <a:r>
              <a:rPr lang="en-IN" sz="4400" dirty="0"/>
              <a:t> ®</a:t>
            </a:r>
            <a:r>
              <a:rPr lang="en-IN" sz="4400" dirty="0" err="1"/>
              <a:t>húPô¥ÓYôu</a:t>
            </a:r>
            <a:r>
              <a:rPr lang="en-IN" sz="4400" dirty="0"/>
              <a:t> </a:t>
            </a:r>
            <a:r>
              <a:rPr lang="en-IN" sz="4400" dirty="0" err="1"/>
              <a:t>OeMs</a:t>
            </a:r>
            <a:r>
              <a:rPr lang="en-IN" sz="4400" dirty="0"/>
              <a:t> </a:t>
            </a:r>
          </a:p>
          <a:p>
            <a:r>
              <a:rPr lang="en-IN" sz="4400" dirty="0" err="1"/>
              <a:t>NôjRôuV</a:t>
            </a:r>
            <a:r>
              <a:rPr lang="en-IN" sz="4400" dirty="0"/>
              <a:t> </a:t>
            </a:r>
            <a:r>
              <a:rPr lang="en-IN" sz="4400" dirty="0" err="1"/>
              <a:t>Nd§ùV</a:t>
            </a:r>
            <a:r>
              <a:rPr lang="en-IN" sz="4400" dirty="0"/>
              <a:t> ù_«</a:t>
            </a:r>
            <a:r>
              <a:rPr lang="en-IN" sz="4400" dirty="0" err="1"/>
              <a:t>f£ÓYôu</a:t>
            </a:r>
            <a:r>
              <a:rPr lang="en-IN" sz="4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3671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C90A9-76C3-AAD9-EE43-9D32AD7FC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1A4856-3275-28CD-7FC1-0F07AC287F0C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19804-A8E4-1DE7-36AC-6A0C7D2DFC8F}"/>
              </a:ext>
            </a:extLst>
          </p:cNvPr>
          <p:cNvSpPr txBox="1"/>
          <p:nvPr/>
        </p:nvSpPr>
        <p:spPr>
          <a:xfrm>
            <a:off x="-1" y="537772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400" dirty="0"/>
              <a:t>§</a:t>
            </a:r>
            <a:r>
              <a:rPr lang="en-IN" sz="4400" dirty="0" err="1"/>
              <a:t>WRúVôÓ</a:t>
            </a:r>
            <a:r>
              <a:rPr lang="en-IN" sz="4400" dirty="0"/>
              <a:t> ¨] </a:t>
            </a:r>
            <a:r>
              <a:rPr lang="en-IN" sz="4400" dirty="0" err="1"/>
              <a:t>úNY</a:t>
            </a:r>
            <a:r>
              <a:rPr lang="en-IN" sz="4400" dirty="0"/>
              <a:t> </a:t>
            </a:r>
            <a:r>
              <a:rPr lang="en-IN" sz="4400" dirty="0" err="1"/>
              <a:t>ùNnYôu</a:t>
            </a:r>
            <a:r>
              <a:rPr lang="en-IN" sz="4400" dirty="0"/>
              <a:t> </a:t>
            </a:r>
          </a:p>
          <a:p>
            <a:r>
              <a:rPr lang="en-IN" sz="4400" dirty="0"/>
              <a:t>AªR </a:t>
            </a:r>
            <a:r>
              <a:rPr lang="en-IN" sz="4400" dirty="0" err="1"/>
              <a:t>TXm</a:t>
            </a:r>
            <a:r>
              <a:rPr lang="en-IN" sz="4400" dirty="0"/>
              <a:t> R¬L </a:t>
            </a:r>
          </a:p>
        </p:txBody>
      </p:sp>
    </p:spTree>
    <p:extLst>
      <p:ext uri="{BB962C8B-B14F-4D97-AF65-F5344CB8AC3E}">
        <p14:creationId xmlns:p14="http://schemas.microsoft.com/office/powerpoint/2010/main" val="227549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1480</TotalTime>
  <Words>112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2026-02-01T10:34:23Z</dcterms:modified>
</cp:coreProperties>
</file>
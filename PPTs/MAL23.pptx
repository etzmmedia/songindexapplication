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addSld delSld">
      <pc:chgData name="ETZC Media" userId="05f0189a5894c19d" providerId="LiveId" clId="{74A74B86-AB48-4D11-ACCF-EA0EDB4FDC3C}" dt="2026-02-22T11:11:05.679" v="1" actId="47"/>
      <pc:docMkLst>
        <pc:docMk/>
      </pc:docMkLst>
      <pc:sldChg chg="new del">
        <pc:chgData name="ETZC Media" userId="05f0189a5894c19d" providerId="LiveId" clId="{74A74B86-AB48-4D11-ACCF-EA0EDB4FDC3C}" dt="2026-02-22T11:11:05.679" v="1" actId="47"/>
        <pc:sldMkLst>
          <pc:docMk/>
          <pc:sldMk cId="2195366330" sldId="39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365D07-76D8-3B2B-D5B8-1779E5863C76}"/>
              </a:ext>
            </a:extLst>
          </p:cNvPr>
          <p:cNvSpPr txBox="1"/>
          <p:nvPr/>
        </p:nvSpPr>
        <p:spPr>
          <a:xfrm>
            <a:off x="0" y="5369469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¨</a:t>
            </a:r>
            <a:r>
              <a:rPr lang="en-IN" dirty="0" err="1"/>
              <a:t>uù</a:t>
            </a:r>
            <a:r>
              <a:rPr lang="en-IN" dirty="0"/>
              <a:t>\ ¶Rm </a:t>
            </a:r>
            <a:r>
              <a:rPr lang="en-IN" dirty="0" err="1"/>
              <a:t>úTôùXùVuù</a:t>
            </a:r>
            <a:r>
              <a:rPr lang="en-IN" dirty="0"/>
              <a:t>] ¨</a:t>
            </a:r>
            <a:r>
              <a:rPr lang="en-IN" dirty="0" err="1"/>
              <a:t>jVm</a:t>
            </a:r>
            <a:r>
              <a:rPr lang="en-IN" dirty="0"/>
              <a:t> SPj¾úPQúU </a:t>
            </a:r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7EC8AE-B935-DA55-E47A-93342FEA9601}"/>
              </a:ext>
            </a:extLst>
          </p:cNvPr>
          <p:cNvSpPr txBox="1"/>
          <p:nvPr/>
        </p:nvSpPr>
        <p:spPr>
          <a:xfrm>
            <a:off x="-1" y="5377727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Guù</a:t>
            </a:r>
            <a:r>
              <a:rPr lang="en-IN" dirty="0"/>
              <a:t>\ ¶Rm </a:t>
            </a:r>
            <a:r>
              <a:rPr lang="en-IN" dirty="0" err="1"/>
              <a:t>úTôùXVpúX</a:t>
            </a:r>
            <a:r>
              <a:rPr lang="en-IN" dirty="0"/>
              <a:t> </a:t>
            </a:r>
          </a:p>
          <a:p>
            <a:r>
              <a:rPr lang="en-IN" dirty="0"/>
              <a:t>Gu ©</a:t>
            </a:r>
            <a:r>
              <a:rPr lang="en-IN" dirty="0" err="1"/>
              <a:t>RôúY</a:t>
            </a:r>
            <a:r>
              <a:rPr lang="en-IN" dirty="0"/>
              <a:t> Gu </a:t>
            </a:r>
            <a:r>
              <a:rPr lang="en-IN" dirty="0" err="1"/>
              <a:t>ùVúaôúY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A14947-BD3F-5994-8717-C25637CB8804}"/>
              </a:ext>
            </a:extLst>
          </p:cNvPr>
          <p:cNvSpPr txBox="1"/>
          <p:nvPr/>
        </p:nvSpPr>
        <p:spPr>
          <a:xfrm>
            <a:off x="0" y="5373627"/>
            <a:ext cx="12192000" cy="13849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200" dirty="0" err="1"/>
              <a:t>CmTØs</a:t>
            </a:r>
            <a:r>
              <a:rPr lang="en-IN" sz="4200" dirty="0"/>
              <a:t>[ </a:t>
            </a:r>
            <a:r>
              <a:rPr lang="en-IN" sz="4200" dirty="0" err="1"/>
              <a:t>Ë®RÜm</a:t>
            </a:r>
            <a:r>
              <a:rPr lang="en-IN" sz="4200" dirty="0"/>
              <a:t> </a:t>
            </a:r>
            <a:r>
              <a:rPr lang="en-IN" sz="4200" dirty="0" err="1"/>
              <a:t>Hú</a:t>
            </a:r>
            <a:r>
              <a:rPr lang="en-IN" sz="4200" dirty="0"/>
              <a:t>\ R]</a:t>
            </a:r>
            <a:r>
              <a:rPr lang="en-IN" sz="4200" dirty="0" err="1"/>
              <a:t>Uô</a:t>
            </a:r>
            <a:r>
              <a:rPr lang="en-IN" sz="4200" dirty="0"/>
              <a:t>]</a:t>
            </a:r>
            <a:r>
              <a:rPr lang="en-IN" sz="4200" dirty="0" err="1"/>
              <a:t>eMÞm</a:t>
            </a:r>
            <a:r>
              <a:rPr lang="en-IN" sz="4200" dirty="0"/>
              <a:t> </a:t>
            </a:r>
          </a:p>
          <a:p>
            <a:r>
              <a:rPr lang="en-IN" sz="4200" dirty="0" err="1"/>
              <a:t>ÕmTUt</a:t>
            </a:r>
            <a:r>
              <a:rPr lang="en-IN" sz="4200" dirty="0"/>
              <a:t>\ </a:t>
            </a:r>
            <a:r>
              <a:rPr lang="en-IN" sz="4200" dirty="0" err="1"/>
              <a:t>ùN</a:t>
            </a:r>
            <a:r>
              <a:rPr lang="en-IN" sz="4200" dirty="0"/>
              <a:t>[</a:t>
            </a:r>
            <a:r>
              <a:rPr lang="en-IN" sz="4200" dirty="0" err="1"/>
              <a:t>dLVeMÞm</a:t>
            </a:r>
            <a:r>
              <a:rPr lang="en-IN" sz="4200" dirty="0"/>
              <a:t> </a:t>
            </a:r>
            <a:r>
              <a:rPr lang="en-IN" sz="4200" dirty="0" err="1"/>
              <a:t>úNô§dÏk¨pùX</a:t>
            </a:r>
            <a:r>
              <a:rPr lang="en-IN" sz="4200" dirty="0"/>
              <a:t> </a:t>
            </a:r>
            <a:r>
              <a:rPr lang="en-IN" sz="4200" dirty="0" err="1"/>
              <a:t>A¥Vôu</a:t>
            </a:r>
            <a:endParaRPr lang="en-IN" sz="4200" dirty="0"/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03B1B4-0D04-1DE2-24CB-FB9CA3BF8C39}"/>
              </a:ext>
            </a:extLst>
          </p:cNvPr>
          <p:cNvSpPr txBox="1"/>
          <p:nvPr/>
        </p:nvSpPr>
        <p:spPr>
          <a:xfrm>
            <a:off x="0" y="5373630"/>
            <a:ext cx="12192000" cy="13849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2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úSÚ¨WlTôm</a:t>
            </a:r>
            <a:r>
              <a:rPr lang="en-IN" dirty="0"/>
              <a:t> </a:t>
            </a:r>
            <a:r>
              <a:rPr lang="en-IN" dirty="0" err="1"/>
              <a:t>Y¯úVô</a:t>
            </a:r>
            <a:r>
              <a:rPr lang="en-IN" dirty="0"/>
              <a:t> ¿</a:t>
            </a:r>
            <a:r>
              <a:rPr lang="en-IN" dirty="0" err="1"/>
              <a:t>iP</a:t>
            </a:r>
            <a:r>
              <a:rPr lang="en-IN" dirty="0"/>
              <a:t> </a:t>
            </a:r>
            <a:r>
              <a:rPr lang="en-IN" dirty="0" err="1"/>
              <a:t>SPúVô</a:t>
            </a:r>
            <a:r>
              <a:rPr lang="en-IN" dirty="0"/>
              <a:t> </a:t>
            </a:r>
            <a:r>
              <a:rPr lang="en-IN" dirty="0" err="1"/>
              <a:t>ÏßúRô</a:t>
            </a:r>
            <a:r>
              <a:rPr lang="en-IN" dirty="0"/>
              <a:t> </a:t>
            </a:r>
          </a:p>
          <a:p>
            <a:r>
              <a:rPr lang="en-IN" dirty="0" err="1"/>
              <a:t>TôWm</a:t>
            </a:r>
            <a:r>
              <a:rPr lang="en-IN" dirty="0"/>
              <a:t> </a:t>
            </a:r>
            <a:r>
              <a:rPr lang="en-IN" dirty="0" err="1"/>
              <a:t>LWgúOôÓkSúRô</a:t>
            </a:r>
            <a:r>
              <a:rPr lang="en-IN" dirty="0"/>
              <a:t> </a:t>
            </a:r>
            <a:r>
              <a:rPr lang="en-IN" dirty="0" err="1"/>
              <a:t>Tô</a:t>
            </a:r>
            <a:r>
              <a:rPr lang="en-IN" dirty="0"/>
              <a:t>¬§</a:t>
            </a:r>
            <a:r>
              <a:rPr lang="en-IN" dirty="0" err="1"/>
              <a:t>Ûm</a:t>
            </a:r>
            <a:r>
              <a:rPr lang="en-IN" dirty="0"/>
              <a:t> </a:t>
            </a:r>
            <a:r>
              <a:rPr lang="en-IN" dirty="0" err="1"/>
              <a:t>TôdVeMú</a:t>
            </a:r>
            <a:r>
              <a:rPr lang="en-IN" dirty="0"/>
              <a:t>[ô </a:t>
            </a:r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AD758-FD6A-99AF-8D37-CD1B52912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8417CA1-E824-D25E-746C-D841EAD3F8F3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A815FD-40CA-328B-6F8A-89DED8774BE4}"/>
              </a:ext>
            </a:extLst>
          </p:cNvPr>
          <p:cNvSpPr txBox="1"/>
          <p:nvPr/>
        </p:nvSpPr>
        <p:spPr>
          <a:xfrm>
            <a:off x="-1" y="5373626"/>
            <a:ext cx="12191999" cy="13849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2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AkRLôWm</a:t>
            </a:r>
            <a:r>
              <a:rPr lang="en-IN" dirty="0"/>
              <a:t> </a:t>
            </a:r>
            <a:r>
              <a:rPr lang="en-IN" dirty="0" err="1"/>
              <a:t>À§Lú</a:t>
            </a:r>
            <a:r>
              <a:rPr lang="en-IN" dirty="0"/>
              <a:t>[ô </a:t>
            </a:r>
            <a:r>
              <a:rPr lang="en-IN" dirty="0" err="1"/>
              <a:t>AlTù</a:t>
            </a:r>
            <a:r>
              <a:rPr lang="en-IN" dirty="0"/>
              <a:t>] l\</a:t>
            </a:r>
            <a:r>
              <a:rPr lang="en-IN" dirty="0" err="1"/>
              <a:t>Lô^eMú</a:t>
            </a:r>
            <a:r>
              <a:rPr lang="en-IN" dirty="0"/>
              <a:t>[ô </a:t>
            </a:r>
          </a:p>
          <a:p>
            <a:r>
              <a:rPr lang="en-IN" dirty="0" err="1"/>
              <a:t>GkÕ</a:t>
            </a:r>
            <a:r>
              <a:rPr lang="en-IN" dirty="0"/>
              <a:t> ¿ </a:t>
            </a:r>
            <a:r>
              <a:rPr lang="en-IN" dirty="0" err="1"/>
              <a:t>Lp©f£ÓkúSô</a:t>
            </a:r>
            <a:r>
              <a:rPr lang="en-IN" dirty="0"/>
              <a:t> </a:t>
            </a:r>
            <a:r>
              <a:rPr lang="en-IN" dirty="0" err="1"/>
              <a:t>GpXôm</a:t>
            </a:r>
            <a:r>
              <a:rPr lang="en-IN" dirty="0"/>
              <a:t> G²dLôºoYôRm </a:t>
            </a:r>
          </a:p>
        </p:txBody>
      </p:sp>
    </p:spTree>
    <p:extLst>
      <p:ext uri="{BB962C8B-B14F-4D97-AF65-F5344CB8AC3E}">
        <p14:creationId xmlns:p14="http://schemas.microsoft.com/office/powerpoint/2010/main" val="558237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DF220-F9D6-D1AB-E225-E230EF14C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5D42F3-4145-2D80-93A4-5867575F8E1E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8880C6-A0FD-BD83-63F4-D366ABCE3FC8}"/>
              </a:ext>
            </a:extLst>
          </p:cNvPr>
          <p:cNvSpPr txBox="1"/>
          <p:nvPr/>
        </p:nvSpPr>
        <p:spPr>
          <a:xfrm>
            <a:off x="-1" y="5370540"/>
            <a:ext cx="12191999" cy="13849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2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HÕ </a:t>
            </a:r>
            <a:r>
              <a:rPr lang="en-IN" dirty="0" err="1"/>
              <a:t>ÏQùUkS±Yôu</a:t>
            </a:r>
            <a:r>
              <a:rPr lang="en-IN" dirty="0"/>
              <a:t> </a:t>
            </a:r>
            <a:r>
              <a:rPr lang="en-IN" dirty="0" err="1"/>
              <a:t>CpXô</a:t>
            </a:r>
            <a:r>
              <a:rPr lang="en-IN" dirty="0"/>
              <a:t> </a:t>
            </a:r>
            <a:r>
              <a:rPr lang="en-IN" dirty="0" err="1"/>
              <a:t>Oô</a:t>
            </a:r>
            <a:r>
              <a:rPr lang="en-IN" dirty="0"/>
              <a:t>]ùUu²p </a:t>
            </a:r>
            <a:r>
              <a:rPr lang="en-IN" dirty="0" err="1"/>
              <a:t>SôRô</a:t>
            </a:r>
            <a:r>
              <a:rPr lang="en-IN" dirty="0"/>
              <a:t> </a:t>
            </a:r>
          </a:p>
          <a:p>
            <a:r>
              <a:rPr lang="en-IN" dirty="0"/>
              <a:t>¨u §</a:t>
            </a:r>
            <a:r>
              <a:rPr lang="en-IN" dirty="0" err="1"/>
              <a:t>ÚSôUm</a:t>
            </a:r>
            <a:r>
              <a:rPr lang="en-IN" dirty="0"/>
              <a:t> ¨ª</a:t>
            </a:r>
            <a:r>
              <a:rPr lang="en-IN" dirty="0" err="1"/>
              <a:t>jRm</a:t>
            </a:r>
            <a:r>
              <a:rPr lang="en-IN" dirty="0"/>
              <a:t> ¿§</a:t>
            </a:r>
            <a:r>
              <a:rPr lang="en-IN" dirty="0" err="1"/>
              <a:t>UôodLj§p</a:t>
            </a:r>
            <a:r>
              <a:rPr lang="en-IN" dirty="0"/>
              <a:t> §¬</a:t>
            </a:r>
            <a:r>
              <a:rPr lang="en-IN" dirty="0" err="1"/>
              <a:t>fÑ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89920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D914F-1488-59E9-D466-22E010231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DACC0C8-FED4-A420-CC88-33B0259907D2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B0A197-CD6E-BC12-D0B4-220CE8708401}"/>
              </a:ext>
            </a:extLst>
          </p:cNvPr>
          <p:cNvSpPr txBox="1"/>
          <p:nvPr/>
        </p:nvSpPr>
        <p:spPr>
          <a:xfrm>
            <a:off x="-1" y="5370537"/>
            <a:ext cx="12191999" cy="13849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2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Ad²úULjçÔL[</a:t>
            </a:r>
            <a:r>
              <a:rPr lang="en-IN" dirty="0" err="1"/>
              <a:t>ôp</a:t>
            </a:r>
            <a:r>
              <a:rPr lang="en-IN" dirty="0"/>
              <a:t> </a:t>
            </a:r>
            <a:r>
              <a:rPr lang="en-IN" dirty="0" err="1"/>
              <a:t>A¥Vôù</a:t>
            </a:r>
            <a:r>
              <a:rPr lang="en-IN" dirty="0"/>
              <a:t>] </a:t>
            </a:r>
            <a:r>
              <a:rPr lang="en-IN" dirty="0" err="1"/>
              <a:t>GkÖm</a:t>
            </a:r>
            <a:r>
              <a:rPr lang="en-IN" dirty="0"/>
              <a:t> </a:t>
            </a:r>
            <a:r>
              <a:rPr lang="en-IN" dirty="0" err="1"/>
              <a:t>SPj</a:t>
            </a:r>
            <a:r>
              <a:rPr lang="en-IN" dirty="0"/>
              <a:t>§ </a:t>
            </a:r>
          </a:p>
          <a:p>
            <a:r>
              <a:rPr lang="en-IN" dirty="0" err="1"/>
              <a:t>Aà</a:t>
            </a:r>
            <a:r>
              <a:rPr lang="en-IN" dirty="0"/>
              <a:t>§]m </a:t>
            </a:r>
            <a:r>
              <a:rPr lang="en-IN" dirty="0" err="1"/>
              <a:t>áùP«ÚkÖ</a:t>
            </a:r>
            <a:r>
              <a:rPr lang="en-IN" dirty="0"/>
              <a:t> </a:t>
            </a:r>
            <a:r>
              <a:rPr lang="en-IN" dirty="0" err="1"/>
              <a:t>AlTú</a:t>
            </a:r>
            <a:r>
              <a:rPr lang="en-IN" dirty="0"/>
              <a:t>] </a:t>
            </a:r>
            <a:r>
              <a:rPr lang="en-IN" dirty="0" err="1"/>
              <a:t>LPô·dÏúL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8251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1665</TotalTime>
  <Words>131</Words>
  <Application>Microsoft Office PowerPoint</Application>
  <PresentationFormat>Widescreen</PresentationFormat>
  <Paragraphs>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2026-02-22T11:11:17Z</dcterms:modified>
</cp:coreProperties>
</file>
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3-15T01:33:48.233" v="30" actId="1036"/>
      <pc:docMkLst>
        <pc:docMk/>
      </pc:docMkLst>
      <pc:sldChg chg="modSp mod">
        <pc:chgData name="ETZC Media" userId="05f0189a5894c19d" providerId="LiveId" clId="{74A74B86-AB48-4D11-ACCF-EA0EDB4FDC3C}" dt="2026-03-15T01:30:51.488" v="2" actId="1035"/>
        <pc:sldMkLst>
          <pc:docMk/>
          <pc:sldMk cId="850099564" sldId="390"/>
        </pc:sldMkLst>
        <pc:spChg chg="mod">
          <ac:chgData name="ETZC Media" userId="05f0189a5894c19d" providerId="LiveId" clId="{74A74B86-AB48-4D11-ACCF-EA0EDB4FDC3C}" dt="2026-03-15T01:30:51.488" v="2" actId="1035"/>
          <ac:spMkLst>
            <pc:docMk/>
            <pc:sldMk cId="850099564" sldId="390"/>
            <ac:spMk id="3" creationId="{32039D47-BAC0-9F54-DCBE-889CD701E472}"/>
          </ac:spMkLst>
        </pc:spChg>
      </pc:sldChg>
      <pc:sldChg chg="modSp mod">
        <pc:chgData name="ETZC Media" userId="05f0189a5894c19d" providerId="LiveId" clId="{74A74B86-AB48-4D11-ACCF-EA0EDB4FDC3C}" dt="2026-03-15T01:31:22.268" v="4" actId="1036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3-15T01:31:22.268" v="4" actId="1036"/>
          <ac:spMkLst>
            <pc:docMk/>
            <pc:sldMk cId="1414681237" sldId="392"/>
            <ac:spMk id="3" creationId="{245BE7CD-0F83-5A9A-2D61-5E6788947237}"/>
          </ac:spMkLst>
        </pc:spChg>
      </pc:sldChg>
      <pc:sldChg chg="modSp mod">
        <pc:chgData name="ETZC Media" userId="05f0189a5894c19d" providerId="LiveId" clId="{74A74B86-AB48-4D11-ACCF-EA0EDB4FDC3C}" dt="2026-03-15T01:31:28.909" v="6" actId="1036"/>
        <pc:sldMkLst>
          <pc:docMk/>
          <pc:sldMk cId="4103851070" sldId="393"/>
        </pc:sldMkLst>
        <pc:spChg chg="mod">
          <ac:chgData name="ETZC Media" userId="05f0189a5894c19d" providerId="LiveId" clId="{74A74B86-AB48-4D11-ACCF-EA0EDB4FDC3C}" dt="2026-03-15T01:31:28.909" v="6" actId="1036"/>
          <ac:spMkLst>
            <pc:docMk/>
            <pc:sldMk cId="4103851070" sldId="393"/>
            <ac:spMk id="3" creationId="{95299AA2-DD9F-8C08-C3F3-057DCE40A46D}"/>
          </ac:spMkLst>
        </pc:spChg>
      </pc:sldChg>
      <pc:sldChg chg="modSp mod">
        <pc:chgData name="ETZC Media" userId="05f0189a5894c19d" providerId="LiveId" clId="{74A74B86-AB48-4D11-ACCF-EA0EDB4FDC3C}" dt="2026-03-15T01:31:42.081" v="11" actId="1036"/>
        <pc:sldMkLst>
          <pc:docMk/>
          <pc:sldMk cId="2030456861" sldId="394"/>
        </pc:sldMkLst>
        <pc:spChg chg="mod">
          <ac:chgData name="ETZC Media" userId="05f0189a5894c19d" providerId="LiveId" clId="{74A74B86-AB48-4D11-ACCF-EA0EDB4FDC3C}" dt="2026-03-15T01:31:42.081" v="11" actId="1036"/>
          <ac:spMkLst>
            <pc:docMk/>
            <pc:sldMk cId="2030456861" sldId="394"/>
            <ac:spMk id="3" creationId="{05F008F4-2E9E-EBA3-E143-AEA4F312A308}"/>
          </ac:spMkLst>
        </pc:spChg>
      </pc:sldChg>
      <pc:sldChg chg="modSp mod">
        <pc:chgData name="ETZC Media" userId="05f0189a5894c19d" providerId="LiveId" clId="{74A74B86-AB48-4D11-ACCF-EA0EDB4FDC3C}" dt="2026-03-15T01:31:50.617" v="15" actId="1036"/>
        <pc:sldMkLst>
          <pc:docMk/>
          <pc:sldMk cId="3812819589" sldId="395"/>
        </pc:sldMkLst>
        <pc:spChg chg="mod">
          <ac:chgData name="ETZC Media" userId="05f0189a5894c19d" providerId="LiveId" clId="{74A74B86-AB48-4D11-ACCF-EA0EDB4FDC3C}" dt="2026-03-15T01:31:50.617" v="15" actId="1036"/>
          <ac:spMkLst>
            <pc:docMk/>
            <pc:sldMk cId="3812819589" sldId="395"/>
            <ac:spMk id="3" creationId="{68CA3765-6A6A-78DE-7793-F206A95FF26D}"/>
          </ac:spMkLst>
        </pc:spChg>
      </pc:sldChg>
      <pc:sldChg chg="modSp mod">
        <pc:chgData name="ETZC Media" userId="05f0189a5894c19d" providerId="LiveId" clId="{74A74B86-AB48-4D11-ACCF-EA0EDB4FDC3C}" dt="2026-03-15T01:32:02.242" v="20" actId="1036"/>
        <pc:sldMkLst>
          <pc:docMk/>
          <pc:sldMk cId="574905115" sldId="396"/>
        </pc:sldMkLst>
        <pc:spChg chg="mod">
          <ac:chgData name="ETZC Media" userId="05f0189a5894c19d" providerId="LiveId" clId="{74A74B86-AB48-4D11-ACCF-EA0EDB4FDC3C}" dt="2026-03-15T01:32:02.242" v="20" actId="1036"/>
          <ac:spMkLst>
            <pc:docMk/>
            <pc:sldMk cId="574905115" sldId="396"/>
            <ac:spMk id="3" creationId="{6093B5A4-481E-5629-75C4-9761D033ED01}"/>
          </ac:spMkLst>
        </pc:spChg>
      </pc:sldChg>
      <pc:sldChg chg="modSp mod">
        <pc:chgData name="ETZC Media" userId="05f0189a5894c19d" providerId="LiveId" clId="{74A74B86-AB48-4D11-ACCF-EA0EDB4FDC3C}" dt="2026-03-15T01:32:11.261" v="22" actId="1036"/>
        <pc:sldMkLst>
          <pc:docMk/>
          <pc:sldMk cId="1965491308" sldId="397"/>
        </pc:sldMkLst>
        <pc:spChg chg="mod">
          <ac:chgData name="ETZC Media" userId="05f0189a5894c19d" providerId="LiveId" clId="{74A74B86-AB48-4D11-ACCF-EA0EDB4FDC3C}" dt="2026-03-15T01:32:11.261" v="22" actId="1036"/>
          <ac:spMkLst>
            <pc:docMk/>
            <pc:sldMk cId="1965491308" sldId="397"/>
            <ac:spMk id="3" creationId="{8E57E4C2-04B4-0777-3E5A-7482B536A478}"/>
          </ac:spMkLst>
        </pc:spChg>
      </pc:sldChg>
      <pc:sldChg chg="modSp mod">
        <pc:chgData name="ETZC Media" userId="05f0189a5894c19d" providerId="LiveId" clId="{74A74B86-AB48-4D11-ACCF-EA0EDB4FDC3C}" dt="2026-03-15T01:33:43.100" v="26" actId="1036"/>
        <pc:sldMkLst>
          <pc:docMk/>
          <pc:sldMk cId="4257104075" sldId="398"/>
        </pc:sldMkLst>
        <pc:spChg chg="mod">
          <ac:chgData name="ETZC Media" userId="05f0189a5894c19d" providerId="LiveId" clId="{74A74B86-AB48-4D11-ACCF-EA0EDB4FDC3C}" dt="2026-03-15T01:33:43.100" v="26" actId="1036"/>
          <ac:spMkLst>
            <pc:docMk/>
            <pc:sldMk cId="4257104075" sldId="398"/>
            <ac:spMk id="3" creationId="{DC3E851A-6C1F-B7BE-84D6-AE92B92FF56D}"/>
          </ac:spMkLst>
        </pc:spChg>
      </pc:sldChg>
      <pc:sldChg chg="modSp mod">
        <pc:chgData name="ETZC Media" userId="05f0189a5894c19d" providerId="LiveId" clId="{74A74B86-AB48-4D11-ACCF-EA0EDB4FDC3C}" dt="2026-03-15T01:33:48.233" v="30" actId="1036"/>
        <pc:sldMkLst>
          <pc:docMk/>
          <pc:sldMk cId="181203428" sldId="399"/>
        </pc:sldMkLst>
        <pc:spChg chg="mod">
          <ac:chgData name="ETZC Media" userId="05f0189a5894c19d" providerId="LiveId" clId="{74A74B86-AB48-4D11-ACCF-EA0EDB4FDC3C}" dt="2026-03-15T01:33:48.233" v="30" actId="1036"/>
          <ac:spMkLst>
            <pc:docMk/>
            <pc:sldMk cId="181203428" sldId="399"/>
            <ac:spMk id="3" creationId="{67D66F90-1BAD-4962-4E74-C09CC70938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39D47-BAC0-9F54-DCBE-889CD701E472}"/>
              </a:ext>
            </a:extLst>
          </p:cNvPr>
          <p:cNvSpPr txBox="1"/>
          <p:nvPr/>
        </p:nvSpPr>
        <p:spPr>
          <a:xfrm>
            <a:off x="0" y="538901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NôúXm</a:t>
            </a:r>
            <a:r>
              <a:rPr lang="en-IN" dirty="0"/>
              <a:t> </a:t>
            </a:r>
            <a:r>
              <a:rPr lang="en-IN" dirty="0" err="1"/>
              <a:t>Wô_u</a:t>
            </a:r>
            <a:r>
              <a:rPr lang="en-IN" dirty="0"/>
              <a:t> </a:t>
            </a:r>
            <a:r>
              <a:rPr lang="en-IN" dirty="0" err="1"/>
              <a:t>YÚkùRôÚ</a:t>
            </a:r>
            <a:r>
              <a:rPr lang="en-IN" dirty="0"/>
              <a:t> ùRô²Ls </a:t>
            </a:r>
          </a:p>
          <a:p>
            <a:r>
              <a:rPr lang="en-IN" dirty="0" err="1"/>
              <a:t>úRNùUeÐm</a:t>
            </a:r>
            <a:r>
              <a:rPr lang="en-IN" dirty="0"/>
              <a:t> </a:t>
            </a:r>
            <a:r>
              <a:rPr lang="en-IN" dirty="0" err="1"/>
              <a:t>ØZe¢ÓkúS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8D241-87D8-AF04-5526-595F814972B2}"/>
              </a:ext>
            </a:extLst>
          </p:cNvPr>
          <p:cNvSpPr txBox="1"/>
          <p:nvPr/>
        </p:nvSpPr>
        <p:spPr>
          <a:xfrm>
            <a:off x="-1" y="53777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úNôRWô</a:t>
            </a:r>
            <a:r>
              <a:rPr lang="en-IN" dirty="0"/>
              <a:t> ¿ </a:t>
            </a:r>
            <a:r>
              <a:rPr lang="en-IN" dirty="0" err="1"/>
              <a:t>JÚe¢ÓL-úXôLm</a:t>
            </a:r>
            <a:r>
              <a:rPr lang="en-IN" dirty="0"/>
              <a:t> </a:t>
            </a:r>
            <a:r>
              <a:rPr lang="en-IN" dirty="0" err="1"/>
              <a:t>ùYßj§ÓL</a:t>
            </a:r>
            <a:r>
              <a:rPr lang="en-IN" dirty="0"/>
              <a:t> </a:t>
            </a:r>
          </a:p>
          <a:p>
            <a:r>
              <a:rPr lang="en-IN" dirty="0" err="1"/>
              <a:t>úYLm</a:t>
            </a:r>
            <a:r>
              <a:rPr lang="en-IN" dirty="0"/>
              <a:t> </a:t>
            </a:r>
            <a:r>
              <a:rPr lang="en-IN" dirty="0" err="1"/>
              <a:t>Lªf£ÓYôu</a:t>
            </a:r>
            <a:r>
              <a:rPr lang="en-IN" dirty="0"/>
              <a:t> Yô²p T\</a:t>
            </a:r>
            <a:r>
              <a:rPr lang="en-IN" dirty="0" err="1"/>
              <a:t>kÖ</a:t>
            </a:r>
            <a:r>
              <a:rPr lang="en-IN" dirty="0"/>
              <a:t> </a:t>
            </a:r>
            <a:r>
              <a:rPr lang="en-IN" dirty="0" err="1"/>
              <a:t>úTôLôu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5BE7CD-0F83-5A9A-2D61-5E6788947237}"/>
              </a:ext>
            </a:extLst>
          </p:cNvPr>
          <p:cNvSpPr txBox="1"/>
          <p:nvPr/>
        </p:nvSpPr>
        <p:spPr>
          <a:xfrm>
            <a:off x="0" y="5393116"/>
            <a:ext cx="12192000" cy="13696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100" dirty="0"/>
              <a:t>ÅÑL D </a:t>
            </a:r>
            <a:r>
              <a:rPr lang="en-IN" sz="4100" dirty="0" err="1"/>
              <a:t>úRôhPj§úX</a:t>
            </a:r>
            <a:r>
              <a:rPr lang="en-IN" sz="4100" dirty="0"/>
              <a:t> ËY </a:t>
            </a:r>
            <a:r>
              <a:rPr lang="en-IN" sz="4100" dirty="0" err="1"/>
              <a:t>B®Vô</a:t>
            </a:r>
            <a:r>
              <a:rPr lang="en-IN" sz="4100" dirty="0"/>
              <a:t>]</a:t>
            </a:r>
            <a:r>
              <a:rPr lang="en-IN" sz="4100" dirty="0" err="1"/>
              <a:t>Yo</a:t>
            </a:r>
            <a:r>
              <a:rPr lang="en-IN" sz="4100" dirty="0"/>
              <a:t> </a:t>
            </a:r>
            <a:r>
              <a:rPr lang="en-IN" sz="4100" dirty="0" err="1"/>
              <a:t>TLok¨ÓYôu</a:t>
            </a:r>
            <a:r>
              <a:rPr lang="en-IN" sz="4100" dirty="0"/>
              <a:t> </a:t>
            </a:r>
          </a:p>
          <a:p>
            <a:r>
              <a:rPr lang="en-IN" sz="4100" dirty="0" err="1"/>
              <a:t>ËYàs</a:t>
            </a:r>
            <a:r>
              <a:rPr lang="en-IN" sz="4100" dirty="0"/>
              <a:t>[ TôhÓ </a:t>
            </a:r>
            <a:r>
              <a:rPr lang="en-IN" sz="4100" dirty="0" err="1"/>
              <a:t>TôÓYôu</a:t>
            </a:r>
            <a:r>
              <a:rPr lang="en-IN" sz="4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99AA2-DD9F-8C08-C3F3-057DCE40A46D}"/>
              </a:ext>
            </a:extLst>
          </p:cNvPr>
          <p:cNvSpPr txBox="1"/>
          <p:nvPr/>
        </p:nvSpPr>
        <p:spPr>
          <a:xfrm>
            <a:off x="0" y="5400304"/>
            <a:ext cx="12192000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1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Nôh</a:t>
            </a:r>
            <a:r>
              <a:rPr lang="en-IN" dirty="0"/>
              <a:t>£ </a:t>
            </a:r>
            <a:r>
              <a:rPr lang="en-IN" dirty="0" err="1"/>
              <a:t>ùNôpÛYôu</a:t>
            </a:r>
            <a:r>
              <a:rPr lang="en-IN" dirty="0"/>
              <a:t> </a:t>
            </a:r>
          </a:p>
          <a:p>
            <a:r>
              <a:rPr lang="en-IN" dirty="0" err="1"/>
              <a:t>çR</a:t>
            </a:r>
            <a:r>
              <a:rPr lang="en-IN" dirty="0"/>
              <a:t>±«</a:t>
            </a:r>
            <a:r>
              <a:rPr lang="en-IN" dirty="0" err="1"/>
              <a:t>lTôu</a:t>
            </a:r>
            <a:r>
              <a:rPr lang="en-IN" dirty="0"/>
              <a:t> </a:t>
            </a:r>
            <a:r>
              <a:rPr lang="en-IN" dirty="0" err="1"/>
              <a:t>NûT</a:t>
            </a:r>
            <a:r>
              <a:rPr lang="en-IN" dirty="0"/>
              <a:t> </a:t>
            </a:r>
            <a:r>
              <a:rPr lang="en-IN" dirty="0" err="1"/>
              <a:t>EQÚYôu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82F8-859B-DB72-6D2A-E6F38534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ED2D0A-5870-FF21-A0CF-69883A6DFBB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008F4-2E9E-EBA3-E143-AEA4F312A308}"/>
              </a:ext>
            </a:extLst>
          </p:cNvPr>
          <p:cNvSpPr txBox="1"/>
          <p:nvPr/>
        </p:nvSpPr>
        <p:spPr>
          <a:xfrm>
            <a:off x="-1" y="5426983"/>
            <a:ext cx="12191999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1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¡±</a:t>
            </a:r>
            <a:r>
              <a:rPr lang="en-IN" dirty="0" err="1"/>
              <a:t>vÕ</a:t>
            </a:r>
            <a:r>
              <a:rPr lang="en-IN" dirty="0"/>
              <a:t> </a:t>
            </a:r>
            <a:r>
              <a:rPr lang="en-IN" dirty="0" err="1"/>
              <a:t>ÅWo</a:t>
            </a:r>
            <a:r>
              <a:rPr lang="en-IN" dirty="0"/>
              <a:t> </a:t>
            </a:r>
            <a:r>
              <a:rPr lang="en-IN" dirty="0" err="1"/>
              <a:t>EQokÕ</a:t>
            </a:r>
            <a:r>
              <a:rPr lang="en-IN" dirty="0"/>
              <a:t> </a:t>
            </a:r>
            <a:r>
              <a:rPr lang="en-IN" dirty="0" err="1"/>
              <a:t>úNô©lTôu</a:t>
            </a:r>
            <a:r>
              <a:rPr lang="en-IN" dirty="0"/>
              <a:t> </a:t>
            </a:r>
          </a:p>
          <a:p>
            <a:r>
              <a:rPr lang="en-IN" dirty="0" err="1"/>
              <a:t>Nj§VôùVôÚ</a:t>
            </a:r>
            <a:r>
              <a:rPr lang="en-IN" dirty="0"/>
              <a:t> </a:t>
            </a:r>
            <a:r>
              <a:rPr lang="en-IN" dirty="0" err="1"/>
              <a:t>úYûX</a:t>
            </a:r>
            <a:r>
              <a:rPr lang="en-IN" dirty="0"/>
              <a:t> </a:t>
            </a:r>
            <a:r>
              <a:rPr lang="en-IN" dirty="0" err="1"/>
              <a:t>ùNnÙYôu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0456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F8C3B-91FB-0FE0-0597-67BF4F38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B7B0C6-75F4-3813-461F-B826AFE8B0F7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A3765-6A6A-78DE-7793-F206A95FF26D}"/>
              </a:ext>
            </a:extLst>
          </p:cNvPr>
          <p:cNvSpPr txBox="1"/>
          <p:nvPr/>
        </p:nvSpPr>
        <p:spPr>
          <a:xfrm>
            <a:off x="-1" y="5422879"/>
            <a:ext cx="12191999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1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L·jÕYm</a:t>
            </a:r>
            <a:r>
              <a:rPr lang="en-IN" dirty="0"/>
              <a:t> </a:t>
            </a:r>
            <a:r>
              <a:rPr lang="en-IN" dirty="0" err="1"/>
              <a:t>C¥fÑ</a:t>
            </a:r>
            <a:r>
              <a:rPr lang="en-IN" dirty="0"/>
              <a:t> L[L-</a:t>
            </a:r>
            <a:r>
              <a:rPr lang="en-IN" dirty="0" err="1"/>
              <a:t>vúSLjRôp</a:t>
            </a:r>
            <a:r>
              <a:rPr lang="en-IN" dirty="0"/>
              <a:t> </a:t>
            </a:r>
            <a:r>
              <a:rPr lang="en-IN" dirty="0" err="1"/>
              <a:t>Jk¨dL</a:t>
            </a:r>
            <a:r>
              <a:rPr lang="en-IN" dirty="0"/>
              <a:t> </a:t>
            </a:r>
          </a:p>
          <a:p>
            <a:r>
              <a:rPr lang="en-IN" dirty="0"/>
              <a:t>®</a:t>
            </a:r>
            <a:r>
              <a:rPr lang="en-IN" dirty="0" err="1"/>
              <a:t>vYôNm</a:t>
            </a:r>
            <a:r>
              <a:rPr lang="en-IN" dirty="0"/>
              <a:t> </a:t>
            </a:r>
            <a:r>
              <a:rPr lang="en-IN" dirty="0" err="1"/>
              <a:t>áPhúP-úUÛm</a:t>
            </a:r>
            <a:r>
              <a:rPr lang="en-IN" dirty="0"/>
              <a:t> </a:t>
            </a:r>
            <a:r>
              <a:rPr lang="en-IN" dirty="0" err="1"/>
              <a:t>ûR¬Vm</a:t>
            </a:r>
            <a:r>
              <a:rPr lang="en-IN" dirty="0"/>
              <a:t> </a:t>
            </a:r>
            <a:r>
              <a:rPr lang="en-IN" dirty="0" err="1"/>
              <a:t>SpLhúP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2819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FAD5-268D-07B6-BE9C-DF8EE35D8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87FF43-FA51-A9FE-CBE4-1CCEEBB15A8A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3B5A4-481E-5629-75C4-9761D033ED01}"/>
              </a:ext>
            </a:extLst>
          </p:cNvPr>
          <p:cNvSpPr txBox="1"/>
          <p:nvPr/>
        </p:nvSpPr>
        <p:spPr>
          <a:xfrm>
            <a:off x="-1" y="5426985"/>
            <a:ext cx="12191999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1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Ap×ReMs</a:t>
            </a:r>
            <a:r>
              <a:rPr lang="en-IN" dirty="0"/>
              <a:t> </a:t>
            </a:r>
            <a:r>
              <a:rPr lang="en-IN" dirty="0" err="1"/>
              <a:t>AûPVô</a:t>
            </a:r>
            <a:r>
              <a:rPr lang="en-IN" dirty="0"/>
              <a:t>[</a:t>
            </a:r>
            <a:r>
              <a:rPr lang="en-IN" dirty="0" err="1"/>
              <a:t>eM</a:t>
            </a:r>
            <a:r>
              <a:rPr lang="en-IN" dirty="0"/>
              <a:t>[</a:t>
            </a:r>
            <a:r>
              <a:rPr lang="en-IN" dirty="0" err="1"/>
              <a:t>ôp</a:t>
            </a:r>
            <a:r>
              <a:rPr lang="en-IN" dirty="0"/>
              <a:t> </a:t>
            </a:r>
          </a:p>
          <a:p>
            <a:r>
              <a:rPr lang="en-IN" dirty="0" err="1"/>
              <a:t>NjV</a:t>
            </a:r>
            <a:r>
              <a:rPr lang="en-IN" dirty="0"/>
              <a:t> </a:t>
            </a:r>
            <a:r>
              <a:rPr lang="en-IN" dirty="0" err="1"/>
              <a:t>NTô</a:t>
            </a:r>
            <a:r>
              <a:rPr lang="en-IN" dirty="0"/>
              <a:t> </a:t>
            </a:r>
            <a:r>
              <a:rPr lang="en-IN" dirty="0" err="1"/>
              <a:t>ùY°lTÓkÖ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4905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4F689-9926-8B51-B475-8493122D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75E176-C1DE-B597-E8BE-B2E2D635499B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7E4C2-04B4-0777-3E5A-7482B536A478}"/>
              </a:ext>
            </a:extLst>
          </p:cNvPr>
          <p:cNvSpPr txBox="1"/>
          <p:nvPr/>
        </p:nvSpPr>
        <p:spPr>
          <a:xfrm>
            <a:off x="-1" y="5400305"/>
            <a:ext cx="12191999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1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éReMs</a:t>
            </a:r>
            <a:r>
              <a:rPr lang="en-IN" dirty="0"/>
              <a:t> AX± </a:t>
            </a:r>
            <a:r>
              <a:rPr lang="en-IN" dirty="0" err="1"/>
              <a:t>KÓkÖ×Õ</a:t>
            </a:r>
            <a:r>
              <a:rPr lang="en-IN" dirty="0"/>
              <a:t> </a:t>
            </a:r>
            <a:r>
              <a:rPr lang="en-IN" dirty="0" err="1"/>
              <a:t>Tô</a:t>
            </a:r>
            <a:r>
              <a:rPr lang="en-IN" dirty="0"/>
              <a:t>` </a:t>
            </a:r>
            <a:r>
              <a:rPr lang="en-IN" dirty="0" err="1"/>
              <a:t>úLsÏkÖ</a:t>
            </a:r>
            <a:r>
              <a:rPr lang="en-IN" dirty="0"/>
              <a:t> </a:t>
            </a:r>
          </a:p>
          <a:p>
            <a:r>
              <a:rPr lang="en-IN" dirty="0" err="1"/>
              <a:t>ÏvPúWôLm</a:t>
            </a:r>
            <a:r>
              <a:rPr lang="en-IN" dirty="0"/>
              <a:t> </a:t>
            </a:r>
            <a:r>
              <a:rPr lang="en-IN" dirty="0" err="1"/>
              <a:t>UôßkÖ</a:t>
            </a:r>
            <a:r>
              <a:rPr lang="en-IN" dirty="0"/>
              <a:t> _]m </a:t>
            </a:r>
            <a:r>
              <a:rPr lang="en-IN" dirty="0" err="1"/>
              <a:t>JkÖ</a:t>
            </a:r>
            <a:r>
              <a:rPr lang="en-IN" dirty="0"/>
              <a:t> </a:t>
            </a:r>
            <a:r>
              <a:rPr lang="en-IN" dirty="0" err="1"/>
              <a:t>úNÚkÖ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491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D9E18-11A6-562E-90A2-9C848A49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BC44EB8-21BB-5EEE-2E20-BB294F66C7EC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E851A-6C1F-B7BE-84D6-AE92B92FF56D}"/>
              </a:ext>
            </a:extLst>
          </p:cNvPr>
          <p:cNvSpPr txBox="1"/>
          <p:nvPr/>
        </p:nvSpPr>
        <p:spPr>
          <a:xfrm>
            <a:off x="0" y="5415694"/>
            <a:ext cx="12192000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1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¾ </a:t>
            </a:r>
            <a:r>
              <a:rPr lang="en-IN" dirty="0" err="1"/>
              <a:t>ùYh¥Ls</a:t>
            </a:r>
            <a:r>
              <a:rPr lang="en-IN" dirty="0"/>
              <a:t> </a:t>
            </a:r>
            <a:r>
              <a:rPr lang="en-IN" dirty="0" err="1"/>
              <a:t>ùR°fÑ</a:t>
            </a:r>
            <a:r>
              <a:rPr lang="en-IN" dirty="0"/>
              <a:t> </a:t>
            </a:r>
            <a:r>
              <a:rPr lang="en-IN" dirty="0" err="1"/>
              <a:t>ùLôs®u</a:t>
            </a:r>
            <a:r>
              <a:rPr lang="en-IN" dirty="0"/>
              <a:t> </a:t>
            </a:r>
          </a:p>
          <a:p>
            <a:r>
              <a:rPr lang="en-IN" dirty="0" err="1"/>
              <a:t>GiQl</a:t>
            </a:r>
            <a:r>
              <a:rPr lang="en-IN" dirty="0"/>
              <a:t> </a:t>
            </a:r>
            <a:r>
              <a:rPr lang="en-IN" dirty="0" err="1"/>
              <a:t>Tôj</a:t>
            </a:r>
            <a:r>
              <a:rPr lang="en-IN" dirty="0"/>
              <a:t>\m </a:t>
            </a:r>
            <a:r>
              <a:rPr lang="en-IN" dirty="0" err="1"/>
              <a:t>L®g¤PhúP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7104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6191-3ACC-C25E-CEEA-D1F301EF7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491C75-AB33-23B7-EE99-4CBB82D787DB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66F90-1BAD-4962-4E74-C09CC7093813}"/>
              </a:ext>
            </a:extLst>
          </p:cNvPr>
          <p:cNvSpPr txBox="1"/>
          <p:nvPr/>
        </p:nvSpPr>
        <p:spPr>
          <a:xfrm>
            <a:off x="-1" y="5422888"/>
            <a:ext cx="12191999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1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úNôTÙs</a:t>
            </a:r>
            <a:r>
              <a:rPr lang="en-IN" dirty="0"/>
              <a:t>[ </a:t>
            </a:r>
            <a:r>
              <a:rPr lang="en-IN" dirty="0" err="1"/>
              <a:t>áhPúWôùPôjÕ</a:t>
            </a:r>
            <a:r>
              <a:rPr lang="en-IN" dirty="0"/>
              <a:t> </a:t>
            </a:r>
            <a:r>
              <a:rPr lang="en-IN" dirty="0" err="1"/>
              <a:t>úTo</a:t>
            </a:r>
            <a:r>
              <a:rPr lang="en-IN" dirty="0"/>
              <a:t> ®°</a:t>
            </a:r>
            <a:r>
              <a:rPr lang="en-IN" dirty="0" err="1"/>
              <a:t>dÏmúTôs</a:t>
            </a:r>
            <a:r>
              <a:rPr lang="en-IN" dirty="0"/>
              <a:t> </a:t>
            </a:r>
          </a:p>
          <a:p>
            <a:r>
              <a:rPr lang="en-IN" dirty="0"/>
              <a:t>Yô²p </a:t>
            </a:r>
            <a:r>
              <a:rPr lang="en-IN" dirty="0" err="1"/>
              <a:t>úTôÏYôu</a:t>
            </a:r>
            <a:r>
              <a:rPr lang="en-IN" dirty="0"/>
              <a:t> </a:t>
            </a:r>
            <a:r>
              <a:rPr lang="en-IN" dirty="0" err="1"/>
              <a:t>JÚe</a:t>
            </a:r>
            <a:r>
              <a:rPr lang="en-IN" dirty="0"/>
              <a:t>¢ ¨</a:t>
            </a:r>
            <a:r>
              <a:rPr lang="en-IN" dirty="0" err="1"/>
              <a:t>pÏm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20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1520</TotalTime>
  <Words>144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2026-03-15T01:33:52Z</dcterms:modified>
</cp:coreProperties>
</file>
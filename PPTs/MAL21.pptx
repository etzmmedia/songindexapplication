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124ACB-FF97-5CD1-96F0-9A8558087497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úRYÃoõ</a:t>
            </a:r>
            <a:r>
              <a:rPr lang="en-IN" dirty="0"/>
              <a:t> RÚL ¡</a:t>
            </a:r>
            <a:r>
              <a:rPr lang="en-IN" dirty="0" err="1"/>
              <a:t>ÚûT</a:t>
            </a:r>
            <a:r>
              <a:rPr lang="en-IN" dirty="0"/>
              <a:t> </a:t>
            </a:r>
            <a:r>
              <a:rPr lang="en-IN" dirty="0" err="1"/>
              <a:t>Uô¬úTôXõ</a:t>
            </a:r>
            <a:r>
              <a:rPr lang="en-IN" dirty="0"/>
              <a:t> </a:t>
            </a:r>
          </a:p>
          <a:p>
            <a:r>
              <a:rPr lang="en-IN" dirty="0" err="1"/>
              <a:t>úRY</a:t>
            </a:r>
            <a:r>
              <a:rPr lang="en-IN" dirty="0"/>
              <a:t> </a:t>
            </a:r>
            <a:r>
              <a:rPr lang="en-IN" dirty="0" err="1"/>
              <a:t>BjUô</a:t>
            </a:r>
            <a:r>
              <a:rPr lang="en-IN" dirty="0"/>
              <a:t>®]</a:t>
            </a:r>
            <a:r>
              <a:rPr lang="en-IN" dirty="0" err="1"/>
              <a:t>ôp</a:t>
            </a:r>
            <a:r>
              <a:rPr lang="en-IN" dirty="0"/>
              <a:t> ¨û\</a:t>
            </a:r>
            <a:r>
              <a:rPr lang="en-IN" dirty="0" err="1"/>
              <a:t>Vôuõ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24627-9421-3866-AF43-F43DC05D0CB8}"/>
              </a:ext>
            </a:extLst>
          </p:cNvPr>
          <p:cNvSpPr txBox="1"/>
          <p:nvPr/>
        </p:nvSpPr>
        <p:spPr>
          <a:xfrm>
            <a:off x="-1" y="53736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Tô®Ls</a:t>
            </a:r>
            <a:r>
              <a:rPr lang="en-IN" dirty="0"/>
              <a:t> </a:t>
            </a:r>
            <a:r>
              <a:rPr lang="en-IN" dirty="0" err="1"/>
              <a:t>Wh£dLlTh¥PhúPõ</a:t>
            </a:r>
            <a:r>
              <a:rPr lang="en-IN" dirty="0"/>
              <a:t> </a:t>
            </a:r>
          </a:p>
          <a:p>
            <a:r>
              <a:rPr lang="en-IN" dirty="0" err="1"/>
              <a:t>úWô</a:t>
            </a:r>
            <a:r>
              <a:rPr lang="en-IN" dirty="0"/>
              <a:t>¡ ¨u </a:t>
            </a:r>
            <a:r>
              <a:rPr lang="en-IN" dirty="0" err="1"/>
              <a:t>SôUj§p</a:t>
            </a:r>
            <a:r>
              <a:rPr lang="en-IN" dirty="0"/>
              <a:t> </a:t>
            </a:r>
            <a:r>
              <a:rPr lang="en-IN" dirty="0" err="1"/>
              <a:t>ÑLm</a:t>
            </a:r>
            <a:r>
              <a:rPr lang="en-IN" dirty="0"/>
              <a:t> ©\</a:t>
            </a:r>
            <a:r>
              <a:rPr lang="en-IN" dirty="0" err="1"/>
              <a:t>ô©dLhúP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B95F4-1E49-8C56-A89F-9A27613C106F}"/>
              </a:ext>
            </a:extLst>
          </p:cNvPr>
          <p:cNvSpPr txBox="1"/>
          <p:nvPr/>
        </p:nvSpPr>
        <p:spPr>
          <a:xfrm>
            <a:off x="-1" y="53736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úRY</a:t>
            </a:r>
            <a:r>
              <a:rPr lang="en-IN" dirty="0"/>
              <a:t> _]m </a:t>
            </a:r>
            <a:r>
              <a:rPr lang="en-IN" dirty="0" err="1"/>
              <a:t>BjUô</a:t>
            </a:r>
            <a:r>
              <a:rPr lang="en-IN" dirty="0"/>
              <a:t>®]</a:t>
            </a:r>
            <a:r>
              <a:rPr lang="en-IN" dirty="0" err="1"/>
              <a:t>ôp</a:t>
            </a:r>
            <a:r>
              <a:rPr lang="en-IN" dirty="0"/>
              <a:t> ¨\</a:t>
            </a:r>
            <a:r>
              <a:rPr lang="en-IN" dirty="0" err="1"/>
              <a:t>gÒ</a:t>
            </a:r>
            <a:r>
              <a:rPr lang="en-IN" dirty="0"/>
              <a:t> </a:t>
            </a:r>
          </a:p>
          <a:p>
            <a:r>
              <a:rPr lang="en-IN" dirty="0" err="1"/>
              <a:t>éoQ</a:t>
            </a:r>
            <a:r>
              <a:rPr lang="en-IN" dirty="0"/>
              <a:t> </a:t>
            </a:r>
            <a:r>
              <a:rPr lang="en-IN" dirty="0" err="1"/>
              <a:t>Nd§úVôÓ</a:t>
            </a:r>
            <a:r>
              <a:rPr lang="en-IN" dirty="0"/>
              <a:t> ¨</a:t>
            </a:r>
            <a:r>
              <a:rPr lang="en-IN" dirty="0" err="1"/>
              <a:t>uû</a:t>
            </a:r>
            <a:r>
              <a:rPr lang="en-IN" dirty="0"/>
              <a:t>] </a:t>
            </a:r>
            <a:r>
              <a:rPr lang="en-IN" dirty="0" err="1"/>
              <a:t>Nôh£dLhúP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2EC0F-B25A-6182-78BA-F8053D4276D6}"/>
              </a:ext>
            </a:extLst>
          </p:cNvPr>
          <p:cNvSpPr txBox="1"/>
          <p:nvPr/>
        </p:nvSpPr>
        <p:spPr>
          <a:xfrm>
            <a:off x="0" y="537363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Ap×ReMs</a:t>
            </a:r>
            <a:r>
              <a:rPr lang="en-IN" dirty="0"/>
              <a:t> </a:t>
            </a:r>
            <a:r>
              <a:rPr lang="en-IN" dirty="0" err="1"/>
              <a:t>AûPVô</a:t>
            </a:r>
            <a:r>
              <a:rPr lang="en-IN" dirty="0"/>
              <a:t>[</a:t>
            </a:r>
            <a:r>
              <a:rPr lang="en-IN" dirty="0" err="1"/>
              <a:t>eMs</a:t>
            </a:r>
            <a:r>
              <a:rPr lang="en-IN" dirty="0"/>
              <a:t> </a:t>
            </a:r>
          </a:p>
          <a:p>
            <a:r>
              <a:rPr lang="en-IN" dirty="0" err="1"/>
              <a:t>SpXÅoV</a:t>
            </a:r>
            <a:r>
              <a:rPr lang="en-IN" dirty="0"/>
              <a:t> ©</a:t>
            </a:r>
            <a:r>
              <a:rPr lang="en-IN" dirty="0" err="1"/>
              <a:t>WYoj§Ls</a:t>
            </a:r>
            <a:r>
              <a:rPr lang="en-IN" dirty="0"/>
              <a:t> </a:t>
            </a:r>
            <a:r>
              <a:rPr lang="en-IN" dirty="0" err="1"/>
              <a:t>SPk¨PhúP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0B7A-7569-B0FB-51F5-399E2B0B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2A2708-F44F-1BB2-F118-BCDC1317010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94625-5261-0F05-CF9F-2DB90312D508}"/>
              </a:ext>
            </a:extLst>
          </p:cNvPr>
          <p:cNvSpPr txBox="1"/>
          <p:nvPr/>
        </p:nvSpPr>
        <p:spPr>
          <a:xfrm>
            <a:off x="0" y="537053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úTô«PhúPõ</a:t>
            </a:r>
            <a:r>
              <a:rPr lang="en-IN" dirty="0"/>
              <a:t> </a:t>
            </a:r>
            <a:r>
              <a:rPr lang="en-IN" dirty="0" err="1"/>
              <a:t>úTô«PhúPõõ</a:t>
            </a:r>
            <a:r>
              <a:rPr lang="en-IN" dirty="0"/>
              <a:t> </a:t>
            </a:r>
            <a:r>
              <a:rPr lang="en-IN" dirty="0" err="1"/>
              <a:t>CúVÑ</a:t>
            </a:r>
            <a:r>
              <a:rPr lang="en-IN" dirty="0"/>
              <a:t> </a:t>
            </a:r>
          </a:p>
          <a:p>
            <a:r>
              <a:rPr lang="en-IN" dirty="0" err="1"/>
              <a:t>SôUj§p</a:t>
            </a:r>
            <a:r>
              <a:rPr lang="en-IN" dirty="0"/>
              <a:t> </a:t>
            </a:r>
            <a:r>
              <a:rPr lang="en-IN" dirty="0" err="1"/>
              <a:t>éReLs</a:t>
            </a:r>
            <a:r>
              <a:rPr lang="en-IN" dirty="0"/>
              <a:t> </a:t>
            </a:r>
            <a:r>
              <a:rPr lang="en-IN" dirty="0" err="1"/>
              <a:t>úTô«PhúPõ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8263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4BD9E-E43B-2334-4D55-166251CD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C16CC0-0F62-D396-4744-5B83FD38F3B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7B7F6-10CE-2EB8-A37E-3145BA47C309}"/>
              </a:ext>
            </a:extLst>
          </p:cNvPr>
          <p:cNvSpPr txBox="1"/>
          <p:nvPr/>
        </p:nvSpPr>
        <p:spPr>
          <a:xfrm>
            <a:off x="-1" y="5373631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SPk¨PhúPõ</a:t>
            </a:r>
            <a:r>
              <a:rPr lang="en-IN" dirty="0"/>
              <a:t> </a:t>
            </a:r>
            <a:r>
              <a:rPr lang="en-IN" dirty="0" err="1"/>
              <a:t>SPk¨PhúPõõ</a:t>
            </a:r>
            <a:r>
              <a:rPr lang="en-IN" dirty="0"/>
              <a:t> </a:t>
            </a:r>
          </a:p>
          <a:p>
            <a:r>
              <a:rPr lang="en-IN" dirty="0" err="1"/>
              <a:t>SôUj§p</a:t>
            </a:r>
            <a:r>
              <a:rPr lang="en-IN" dirty="0"/>
              <a:t> </a:t>
            </a:r>
            <a:r>
              <a:rPr lang="en-IN" dirty="0" err="1"/>
              <a:t>ØPkRuUôo</a:t>
            </a:r>
            <a:r>
              <a:rPr lang="en-IN" dirty="0"/>
              <a:t> </a:t>
            </a:r>
            <a:r>
              <a:rPr lang="en-IN" dirty="0" err="1"/>
              <a:t>SPk¨PhúPõ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9090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8A35-FC75-A01A-A757-83E4C200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FE478F-D1E8-C002-E10B-C46868717DC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F95C0-D1EE-293E-E876-BD02602F5D95}"/>
              </a:ext>
            </a:extLst>
          </p:cNvPr>
          <p:cNvSpPr txBox="1"/>
          <p:nvPr/>
        </p:nvSpPr>
        <p:spPr>
          <a:xfrm>
            <a:off x="-1" y="537053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Õ\</a:t>
            </a:r>
            <a:r>
              <a:rPr lang="en-IN" dirty="0" err="1"/>
              <a:t>k¨PhúPõ</a:t>
            </a:r>
            <a:r>
              <a:rPr lang="en-IN" dirty="0"/>
              <a:t> Õ\</a:t>
            </a:r>
            <a:r>
              <a:rPr lang="en-IN" dirty="0" err="1"/>
              <a:t>k¨PhúPõõ</a:t>
            </a:r>
            <a:r>
              <a:rPr lang="en-IN" dirty="0"/>
              <a:t> - </a:t>
            </a:r>
            <a:r>
              <a:rPr lang="en-IN" dirty="0" err="1"/>
              <a:t>CúVÑYôp</a:t>
            </a:r>
            <a:r>
              <a:rPr lang="en-IN" dirty="0"/>
              <a:t> </a:t>
            </a:r>
          </a:p>
          <a:p>
            <a:r>
              <a:rPr lang="en-IN" dirty="0" err="1"/>
              <a:t>ùN®PuUôo</a:t>
            </a:r>
            <a:r>
              <a:rPr lang="en-IN" dirty="0"/>
              <a:t> </a:t>
            </a:r>
            <a:r>
              <a:rPr lang="en-IN" dirty="0" err="1"/>
              <a:t>LôÕLs</a:t>
            </a:r>
            <a:r>
              <a:rPr lang="en-IN" dirty="0"/>
              <a:t> Õ\</a:t>
            </a:r>
            <a:r>
              <a:rPr lang="en-IN" dirty="0" err="1"/>
              <a:t>k¨PhúPõ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457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72E3-D773-5257-87AB-71CC9C3F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FD52FB-F025-3E84-D07C-518022E9DAE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D9663A-78B9-8DFB-ED90-BE870FA6F744}"/>
              </a:ext>
            </a:extLst>
          </p:cNvPr>
          <p:cNvSpPr txBox="1"/>
          <p:nvPr/>
        </p:nvSpPr>
        <p:spPr>
          <a:xfrm>
            <a:off x="0" y="53736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JÚe¢ÓL</a:t>
            </a:r>
            <a:r>
              <a:rPr lang="en-IN" dirty="0"/>
              <a:t> §</a:t>
            </a:r>
            <a:r>
              <a:rPr lang="en-IN" dirty="0" err="1"/>
              <a:t>ÚfNûTúVõ</a:t>
            </a:r>
            <a:r>
              <a:rPr lang="en-IN" dirty="0"/>
              <a:t> - </a:t>
            </a:r>
            <a:r>
              <a:rPr lang="en-IN" dirty="0" err="1"/>
              <a:t>CúVÑ</a:t>
            </a:r>
            <a:r>
              <a:rPr lang="en-IN" dirty="0"/>
              <a:t> </a:t>
            </a:r>
          </a:p>
          <a:p>
            <a:r>
              <a:rPr lang="en-IN" dirty="0" err="1"/>
              <a:t>Wô_ô</a:t>
            </a:r>
            <a:r>
              <a:rPr lang="en-IN" dirty="0"/>
              <a:t>§ </a:t>
            </a:r>
            <a:r>
              <a:rPr lang="en-IN" dirty="0" err="1"/>
              <a:t>Wô_u</a:t>
            </a:r>
            <a:r>
              <a:rPr lang="en-IN" dirty="0"/>
              <a:t> </a:t>
            </a:r>
            <a:r>
              <a:rPr lang="en-IN" dirty="0" err="1"/>
              <a:t>úULj§p</a:t>
            </a:r>
            <a:r>
              <a:rPr lang="en-IN" dirty="0"/>
              <a:t> </a:t>
            </a:r>
            <a:r>
              <a:rPr lang="en-IN" dirty="0" err="1"/>
              <a:t>Yk¨Pô</a:t>
            </a:r>
            <a:r>
              <a:rPr lang="en-IN" dirty="0"/>
              <a:t>\</a:t>
            </a:r>
            <a:r>
              <a:rPr lang="en-IN" dirty="0" err="1"/>
              <a:t>ônõ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696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</TotalTime>
  <Words>137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2026-02-21T12:58:26Z</dcterms:modified>
</cp:coreProperties>
</file>
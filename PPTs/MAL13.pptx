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2" r:id="rId3"/>
    <p:sldId id="393" r:id="rId4"/>
    <p:sldId id="394" r:id="rId5"/>
    <p:sldId id="395" r:id="rId6"/>
    <p:sldId id="396" r:id="rId7"/>
    <p:sldId id="3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delSld modSld">
      <pc:chgData name="ETZC Media" userId="05f0189a5894c19d" providerId="LiveId" clId="{74A74B86-AB48-4D11-ACCF-EA0EDB4FDC3C}" dt="2026-02-15T00:45:03.510" v="49" actId="1036"/>
      <pc:docMkLst>
        <pc:docMk/>
      </pc:docMkLst>
      <pc:sldChg chg="modSp mod">
        <pc:chgData name="ETZC Media" userId="05f0189a5894c19d" providerId="LiveId" clId="{74A74B86-AB48-4D11-ACCF-EA0EDB4FDC3C}" dt="2026-02-15T00:45:03.510" v="49" actId="1036"/>
        <pc:sldMkLst>
          <pc:docMk/>
          <pc:sldMk cId="850099564" sldId="390"/>
        </pc:sldMkLst>
        <pc:spChg chg="mod">
          <ac:chgData name="ETZC Media" userId="05f0189a5894c19d" providerId="LiveId" clId="{74A74B86-AB48-4D11-ACCF-EA0EDB4FDC3C}" dt="2026-02-15T00:45:03.510" v="49" actId="1036"/>
          <ac:spMkLst>
            <pc:docMk/>
            <pc:sldMk cId="850099564" sldId="390"/>
            <ac:spMk id="3" creationId="{32CEFB7A-4E1F-E2E4-E9D0-EFB8D6428A98}"/>
          </ac:spMkLst>
        </pc:spChg>
      </pc:sldChg>
      <pc:sldChg chg="delSp modSp del mod">
        <pc:chgData name="ETZC Media" userId="05f0189a5894c19d" providerId="LiveId" clId="{74A74B86-AB48-4D11-ACCF-EA0EDB4FDC3C}" dt="2026-02-15T00:42:20.240" v="18" actId="47"/>
        <pc:sldMkLst>
          <pc:docMk/>
          <pc:sldMk cId="944968354" sldId="391"/>
        </pc:sldMkLst>
        <pc:spChg chg="del mod">
          <ac:chgData name="ETZC Media" userId="05f0189a5894c19d" providerId="LiveId" clId="{74A74B86-AB48-4D11-ACCF-EA0EDB4FDC3C}" dt="2026-02-15T00:41:38.334" v="7"/>
          <ac:spMkLst>
            <pc:docMk/>
            <pc:sldMk cId="944968354" sldId="391"/>
            <ac:spMk id="3" creationId="{24A397BD-C5C8-1E87-31D2-3DA1BCE4C3C6}"/>
          </ac:spMkLst>
        </pc:spChg>
      </pc:sldChg>
      <pc:sldChg chg="modSp mod">
        <pc:chgData name="ETZC Media" userId="05f0189a5894c19d" providerId="LiveId" clId="{74A74B86-AB48-4D11-ACCF-EA0EDB4FDC3C}" dt="2026-02-15T00:44:54.635" v="46" actId="1035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2-15T00:44:54.635" v="46" actId="1035"/>
          <ac:spMkLst>
            <pc:docMk/>
            <pc:sldMk cId="1414681237" sldId="392"/>
            <ac:spMk id="3" creationId="{A63AB6D7-AA9F-1FCD-C456-CE16C982B14D}"/>
          </ac:spMkLst>
        </pc:spChg>
      </pc:sldChg>
      <pc:sldChg chg="modSp mod">
        <pc:chgData name="ETZC Media" userId="05f0189a5894c19d" providerId="LiveId" clId="{74A74B86-AB48-4D11-ACCF-EA0EDB4FDC3C}" dt="2026-02-15T00:44:27.205" v="45" actId="1036"/>
        <pc:sldMkLst>
          <pc:docMk/>
          <pc:sldMk cId="4103851070" sldId="393"/>
        </pc:sldMkLst>
        <pc:spChg chg="mod">
          <ac:chgData name="ETZC Media" userId="05f0189a5894c19d" providerId="LiveId" clId="{74A74B86-AB48-4D11-ACCF-EA0EDB4FDC3C}" dt="2026-02-15T00:44:27.205" v="45" actId="1036"/>
          <ac:spMkLst>
            <pc:docMk/>
            <pc:sldMk cId="4103851070" sldId="393"/>
            <ac:spMk id="3" creationId="{48EBDF39-4975-F06E-5788-D8BD27524C5C}"/>
          </ac:spMkLst>
        </pc:spChg>
      </pc:sldChg>
      <pc:sldChg chg="modSp mod">
        <pc:chgData name="ETZC Media" userId="05f0189a5894c19d" providerId="LiveId" clId="{74A74B86-AB48-4D11-ACCF-EA0EDB4FDC3C}" dt="2026-02-15T00:44:14.883" v="41" actId="1035"/>
        <pc:sldMkLst>
          <pc:docMk/>
          <pc:sldMk cId="2876304661" sldId="394"/>
        </pc:sldMkLst>
        <pc:spChg chg="mod">
          <ac:chgData name="ETZC Media" userId="05f0189a5894c19d" providerId="LiveId" clId="{74A74B86-AB48-4D11-ACCF-EA0EDB4FDC3C}" dt="2026-02-15T00:44:14.883" v="41" actId="1035"/>
          <ac:spMkLst>
            <pc:docMk/>
            <pc:sldMk cId="2876304661" sldId="394"/>
            <ac:spMk id="3" creationId="{82BA2F86-95C9-032E-4EE9-FFF66894BDB9}"/>
          </ac:spMkLst>
        </pc:spChg>
      </pc:sldChg>
      <pc:sldChg chg="modSp mod">
        <pc:chgData name="ETZC Media" userId="05f0189a5894c19d" providerId="LiveId" clId="{74A74B86-AB48-4D11-ACCF-EA0EDB4FDC3C}" dt="2026-02-15T00:42:40.210" v="20" actId="1035"/>
        <pc:sldMkLst>
          <pc:docMk/>
          <pc:sldMk cId="1251144592" sldId="395"/>
        </pc:sldMkLst>
        <pc:spChg chg="mod">
          <ac:chgData name="ETZC Media" userId="05f0189a5894c19d" providerId="LiveId" clId="{74A74B86-AB48-4D11-ACCF-EA0EDB4FDC3C}" dt="2026-02-15T00:42:40.210" v="20" actId="1035"/>
          <ac:spMkLst>
            <pc:docMk/>
            <pc:sldMk cId="1251144592" sldId="395"/>
            <ac:spMk id="3" creationId="{6D0647FB-F534-5C26-92F7-CE3909BF7B5D}"/>
          </ac:spMkLst>
        </pc:spChg>
      </pc:sldChg>
      <pc:sldChg chg="modSp mod">
        <pc:chgData name="ETZC Media" userId="05f0189a5894c19d" providerId="LiveId" clId="{74A74B86-AB48-4D11-ACCF-EA0EDB4FDC3C}" dt="2026-02-15T00:43:55.864" v="33" actId="1035"/>
        <pc:sldMkLst>
          <pc:docMk/>
          <pc:sldMk cId="1334722922" sldId="396"/>
        </pc:sldMkLst>
        <pc:spChg chg="mod">
          <ac:chgData name="ETZC Media" userId="05f0189a5894c19d" providerId="LiveId" clId="{74A74B86-AB48-4D11-ACCF-EA0EDB4FDC3C}" dt="2026-02-15T00:43:55.864" v="33" actId="1035"/>
          <ac:spMkLst>
            <pc:docMk/>
            <pc:sldMk cId="1334722922" sldId="396"/>
            <ac:spMk id="5" creationId="{58C18B1D-9765-2FC2-A8DC-6AB20498D90D}"/>
          </ac:spMkLst>
        </pc:spChg>
      </pc:sldChg>
      <pc:sldChg chg="modSp mod">
        <pc:chgData name="ETZC Media" userId="05f0189a5894c19d" providerId="LiveId" clId="{74A74B86-AB48-4D11-ACCF-EA0EDB4FDC3C}" dt="2026-02-15T00:42:56.083" v="25" actId="1035"/>
        <pc:sldMkLst>
          <pc:docMk/>
          <pc:sldMk cId="270479797" sldId="397"/>
        </pc:sldMkLst>
        <pc:spChg chg="mod">
          <ac:chgData name="ETZC Media" userId="05f0189a5894c19d" providerId="LiveId" clId="{74A74B86-AB48-4D11-ACCF-EA0EDB4FDC3C}" dt="2026-02-15T00:42:56.083" v="25" actId="1035"/>
          <ac:spMkLst>
            <pc:docMk/>
            <pc:sldMk cId="270479797" sldId="397"/>
            <ac:spMk id="3" creationId="{A225F1D6-8A20-2753-1384-E2EAECA8938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EFB7A-4E1F-E2E4-E9D0-EFB8D6428A98}"/>
              </a:ext>
            </a:extLst>
          </p:cNvPr>
          <p:cNvSpPr txBox="1"/>
          <p:nvPr/>
        </p:nvSpPr>
        <p:spPr>
          <a:xfrm>
            <a:off x="0" y="5366439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l-PL" sz="4200" dirty="0"/>
              <a:t>ùRnYj§u SôUj§p Sôm </a:t>
            </a:r>
            <a:r>
              <a:rPr lang="en-IN" sz="4200" dirty="0" err="1"/>
              <a:t>úNok¨Óm</a:t>
            </a:r>
            <a:r>
              <a:rPr lang="en-IN" sz="4200" dirty="0"/>
              <a:t> </a:t>
            </a:r>
            <a:r>
              <a:rPr lang="en-IN" sz="4200" dirty="0" err="1"/>
              <a:t>NUVeL°p</a:t>
            </a:r>
            <a:endParaRPr lang="en-IN" sz="4200" dirty="0"/>
          </a:p>
          <a:p>
            <a:r>
              <a:rPr lang="en-IN" sz="4200" dirty="0" err="1"/>
              <a:t>úUôRUôn</a:t>
            </a:r>
            <a:r>
              <a:rPr lang="en-IN" sz="4200" dirty="0"/>
              <a:t> §Vô²f£Pôm </a:t>
            </a:r>
            <a:r>
              <a:rPr lang="en-IN" sz="4200" dirty="0" err="1"/>
              <a:t>Ruú</a:t>
            </a:r>
            <a:r>
              <a:rPr lang="en-IN" sz="4200" dirty="0"/>
              <a:t>\ Yu </a:t>
            </a:r>
            <a:r>
              <a:rPr lang="en-IN" sz="4200" dirty="0" err="1"/>
              <a:t>dÚTLs</a:t>
            </a:r>
            <a:r>
              <a:rPr lang="en-IN" sz="4200" dirty="0"/>
              <a:t> §]</a:t>
            </a:r>
            <a:r>
              <a:rPr lang="en-IN" sz="4200" dirty="0" err="1"/>
              <a:t>Üm</a:t>
            </a:r>
            <a:r>
              <a:rPr lang="en-IN" sz="4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AB6D7-AA9F-1FCD-C456-CE16C982B14D}"/>
              </a:ext>
            </a:extLst>
          </p:cNvPr>
          <p:cNvSpPr txBox="1"/>
          <p:nvPr/>
        </p:nvSpPr>
        <p:spPr>
          <a:xfrm>
            <a:off x="0" y="5351047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800" dirty="0" err="1"/>
              <a:t>ÏkÖLs</a:t>
            </a:r>
            <a:r>
              <a:rPr lang="en-IN" sz="4800" dirty="0"/>
              <a:t> ALk¨¥</a:t>
            </a:r>
            <a:r>
              <a:rPr lang="en-IN" sz="4800" dirty="0" err="1"/>
              <a:t>Ûm</a:t>
            </a:r>
            <a:r>
              <a:rPr lang="en-IN" sz="4800" dirty="0"/>
              <a:t> </a:t>
            </a:r>
          </a:p>
          <a:p>
            <a:r>
              <a:rPr lang="en-IN" sz="4800" dirty="0" err="1"/>
              <a:t>ULô</a:t>
            </a:r>
            <a:r>
              <a:rPr lang="en-IN" sz="4800" dirty="0"/>
              <a:t> </a:t>
            </a:r>
            <a:r>
              <a:rPr lang="en-IN" sz="4800" dirty="0" err="1"/>
              <a:t>ToYRm</a:t>
            </a:r>
            <a:r>
              <a:rPr lang="en-IN" sz="4800" dirty="0"/>
              <a:t> </a:t>
            </a:r>
            <a:r>
              <a:rPr lang="en-IN" sz="4800" dirty="0" err="1"/>
              <a:t>Uô</a:t>
            </a:r>
            <a:r>
              <a:rPr lang="en-IN" sz="4800" dirty="0"/>
              <a:t>±¥</a:t>
            </a:r>
            <a:r>
              <a:rPr lang="en-IN" sz="4800" dirty="0" err="1"/>
              <a:t>Ûm</a:t>
            </a:r>
            <a:r>
              <a:rPr lang="en-IN" sz="4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BDF39-4975-F06E-5788-D8BD27524C5C}"/>
              </a:ext>
            </a:extLst>
          </p:cNvPr>
          <p:cNvSpPr txBox="1"/>
          <p:nvPr/>
        </p:nvSpPr>
        <p:spPr>
          <a:xfrm>
            <a:off x="-1" y="5355146"/>
            <a:ext cx="12191999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RuùP</a:t>
            </a:r>
            <a:r>
              <a:rPr lang="en-IN" dirty="0"/>
              <a:t> </a:t>
            </a:r>
            <a:r>
              <a:rPr lang="en-IN" dirty="0" err="1"/>
              <a:t>RVùYuàm</a:t>
            </a:r>
            <a:r>
              <a:rPr lang="en-IN" dirty="0"/>
              <a:t> </a:t>
            </a:r>
            <a:r>
              <a:rPr lang="en-IN" dirty="0" err="1"/>
              <a:t>NôvYRúU</a:t>
            </a:r>
            <a:r>
              <a:rPr lang="en-IN" dirty="0"/>
              <a:t> </a:t>
            </a:r>
          </a:p>
          <a:p>
            <a:r>
              <a:rPr lang="en-IN" dirty="0" err="1"/>
              <a:t>RuùP</a:t>
            </a:r>
            <a:r>
              <a:rPr lang="en-IN" dirty="0"/>
              <a:t> </a:t>
            </a:r>
            <a:r>
              <a:rPr lang="en-IN" dirty="0" err="1"/>
              <a:t>UdLh</a:t>
            </a:r>
            <a:r>
              <a:rPr lang="en-IN" dirty="0"/>
              <a:t> </a:t>
            </a:r>
            <a:r>
              <a:rPr lang="en-IN" dirty="0" err="1"/>
              <a:t>LôvWVúU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537B4-9858-8FDB-00ED-922550D92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CDDDB8-E01D-1840-1339-D961112F4100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A2F86-95C9-032E-4EE9-FFF66894BDB9}"/>
              </a:ext>
            </a:extLst>
          </p:cNvPr>
          <p:cNvSpPr txBox="1"/>
          <p:nvPr/>
        </p:nvSpPr>
        <p:spPr>
          <a:xfrm>
            <a:off x="0" y="5328468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ºúVô²p </a:t>
            </a:r>
            <a:r>
              <a:rPr lang="en-IN" dirty="0" err="1"/>
              <a:t>AYu</a:t>
            </a:r>
            <a:r>
              <a:rPr lang="en-IN" dirty="0"/>
              <a:t> </a:t>
            </a:r>
            <a:r>
              <a:rPr lang="en-IN" dirty="0" err="1"/>
              <a:t>SØdLôn</a:t>
            </a:r>
            <a:r>
              <a:rPr lang="en-IN" dirty="0"/>
              <a:t> </a:t>
            </a:r>
          </a:p>
          <a:p>
            <a:r>
              <a:rPr lang="en-IN" dirty="0"/>
              <a:t>A§ º</a:t>
            </a:r>
            <a:r>
              <a:rPr lang="en-IN" dirty="0" err="1"/>
              <a:t>úWxPUôn</a:t>
            </a:r>
            <a:r>
              <a:rPr lang="en-IN" dirty="0"/>
              <a:t> </a:t>
            </a:r>
            <a:r>
              <a:rPr lang="en-IN" dirty="0" err="1"/>
              <a:t>êXd</a:t>
            </a:r>
            <a:r>
              <a:rPr lang="en-IN" dirty="0"/>
              <a:t> </a:t>
            </a:r>
            <a:r>
              <a:rPr lang="en-IN" dirty="0" err="1"/>
              <a:t>LpXôn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630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9D6F4-DC66-DDDA-DC00-BE21B6F3B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F15D14E-08AF-6B93-34B4-B2FD55A7E97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647FB-F534-5C26-92F7-CE3909BF7B5D}"/>
              </a:ext>
            </a:extLst>
          </p:cNvPr>
          <p:cNvSpPr txBox="1"/>
          <p:nvPr/>
        </p:nvSpPr>
        <p:spPr>
          <a:xfrm>
            <a:off x="-1" y="5355149"/>
            <a:ext cx="12192001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Ruú</a:t>
            </a:r>
            <a:r>
              <a:rPr lang="en-IN" dirty="0"/>
              <a:t>]</a:t>
            </a:r>
            <a:r>
              <a:rPr lang="en-IN" dirty="0" err="1"/>
              <a:t>ôÓ</a:t>
            </a:r>
            <a:r>
              <a:rPr lang="en-IN" dirty="0"/>
              <a:t> </a:t>
            </a:r>
            <a:r>
              <a:rPr lang="en-IN" dirty="0" err="1"/>
              <a:t>úNokR</a:t>
            </a:r>
            <a:r>
              <a:rPr lang="en-IN" dirty="0"/>
              <a:t> </a:t>
            </a:r>
            <a:r>
              <a:rPr lang="en-IN" dirty="0" err="1"/>
              <a:t>SôØm</a:t>
            </a:r>
            <a:r>
              <a:rPr lang="en-IN" dirty="0"/>
              <a:t> </a:t>
            </a:r>
          </a:p>
          <a:p>
            <a:r>
              <a:rPr lang="en-IN" dirty="0" err="1"/>
              <a:t>RuúP</a:t>
            </a:r>
            <a:r>
              <a:rPr lang="en-IN" dirty="0"/>
              <a:t> </a:t>
            </a:r>
            <a:r>
              <a:rPr lang="en-IN" dirty="0" err="1"/>
              <a:t>ËYd</a:t>
            </a:r>
            <a:r>
              <a:rPr lang="en-IN" dirty="0"/>
              <a:t> </a:t>
            </a:r>
            <a:r>
              <a:rPr lang="en-IN" dirty="0" err="1"/>
              <a:t>LpÛL</a:t>
            </a:r>
            <a:r>
              <a:rPr lang="en-IN" dirty="0"/>
              <a:t>[</a:t>
            </a:r>
            <a:r>
              <a:rPr lang="en-IN" dirty="0" err="1"/>
              <a:t>ô«Pôm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1144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5C247-5864-A908-314C-17D05547F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67E25F-A3AB-F4B5-B226-8C020450353D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18B1D-9765-2FC2-A8DC-6AB20498D90D}"/>
              </a:ext>
            </a:extLst>
          </p:cNvPr>
          <p:cNvSpPr txBox="1"/>
          <p:nvPr/>
        </p:nvSpPr>
        <p:spPr>
          <a:xfrm>
            <a:off x="-1" y="5317180"/>
            <a:ext cx="12191999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s-ES" dirty="0" err="1"/>
              <a:t>LojRu</a:t>
            </a:r>
            <a:r>
              <a:rPr lang="es-ES" dirty="0"/>
              <a:t> Ru </a:t>
            </a:r>
            <a:r>
              <a:rPr lang="es-ES" dirty="0" err="1"/>
              <a:t>YW®eL</a:t>
            </a:r>
            <a:r>
              <a:rPr lang="es-ES" dirty="0" err="1">
                <a:latin typeface="Tamil Bible" pitchFamily="2" charset="0"/>
              </a:rPr>
              <a:t>yp</a:t>
            </a:r>
            <a:r>
              <a:rPr lang="es-ES" dirty="0" err="1"/>
              <a:t>p</a:t>
            </a:r>
            <a:r>
              <a:rPr lang="es-ES" dirty="0"/>
              <a:t> </a:t>
            </a:r>
          </a:p>
          <a:p>
            <a:r>
              <a:rPr lang="en-IN" dirty="0" err="1"/>
              <a:t>RuùP</a:t>
            </a:r>
            <a:r>
              <a:rPr lang="en-IN" dirty="0"/>
              <a:t> </a:t>
            </a:r>
            <a:r>
              <a:rPr lang="en-IN" dirty="0" err="1"/>
              <a:t>LôkRVôn</a:t>
            </a:r>
            <a:r>
              <a:rPr lang="en-IN" dirty="0"/>
              <a:t> </a:t>
            </a:r>
            <a:r>
              <a:rPr lang="en-IN" dirty="0" err="1"/>
              <a:t>SmúU</a:t>
            </a:r>
            <a:r>
              <a:rPr lang="en-IN" dirty="0"/>
              <a:t> </a:t>
            </a:r>
            <a:r>
              <a:rPr lang="en-IN" dirty="0" err="1"/>
              <a:t>úNoj§Óm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4722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30F15-A278-8FAC-3D4F-B8BDB172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768F4AA-27BE-732A-9369-E316B05F631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5F1D6-8A20-2753-1384-E2EAECA89385}"/>
              </a:ext>
            </a:extLst>
          </p:cNvPr>
          <p:cNvSpPr txBox="1"/>
          <p:nvPr/>
        </p:nvSpPr>
        <p:spPr>
          <a:xfrm>
            <a:off x="0" y="5343857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GuùP</a:t>
            </a:r>
            <a:r>
              <a:rPr lang="en-IN" dirty="0"/>
              <a:t> LiÔ ¿o </a:t>
            </a:r>
            <a:r>
              <a:rPr lang="en-IN" dirty="0" err="1"/>
              <a:t>GpXôm</a:t>
            </a:r>
            <a:r>
              <a:rPr lang="en-IN" dirty="0"/>
              <a:t> </a:t>
            </a:r>
            <a:r>
              <a:rPr lang="en-IN" dirty="0" err="1"/>
              <a:t>ÕûPdÏm</a:t>
            </a:r>
            <a:r>
              <a:rPr lang="en-IN" dirty="0"/>
              <a:t> </a:t>
            </a:r>
          </a:p>
          <a:p>
            <a:r>
              <a:rPr lang="en-IN" dirty="0" err="1"/>
              <a:t>RuùP</a:t>
            </a:r>
            <a:r>
              <a:rPr lang="en-IN" dirty="0"/>
              <a:t> </a:t>
            </a:r>
            <a:r>
              <a:rPr lang="en-IN" dirty="0" err="1"/>
              <a:t>UôoT§p</a:t>
            </a:r>
            <a:r>
              <a:rPr lang="en-IN" dirty="0"/>
              <a:t> </a:t>
            </a:r>
            <a:r>
              <a:rPr lang="en-IN" dirty="0" err="1"/>
              <a:t>úNoj§ÓúU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479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1547</TotalTime>
  <Words>83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2026-02-15T00:45:13Z</dcterms:modified>
</cp:coreProperties>
</file>
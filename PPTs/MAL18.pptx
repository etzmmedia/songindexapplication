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3-15T01:23:50.483" v="3" actId="2711"/>
      <pc:docMkLst>
        <pc:docMk/>
      </pc:docMkLst>
      <pc:sldChg chg="modSp mod">
        <pc:chgData name="ETZC Media" userId="05f0189a5894c19d" providerId="LiveId" clId="{74A74B86-AB48-4D11-ACCF-EA0EDB4FDC3C}" dt="2026-03-15T01:23:50.483" v="3" actId="2711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3-15T01:23:50.483" v="3" actId="2711"/>
          <ac:spMkLst>
            <pc:docMk/>
            <pc:sldMk cId="1414681237" sldId="392"/>
            <ac:spMk id="3" creationId="{70C7C736-5B80-E5F3-10DF-9A359E2348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45BB7-BFDD-9F52-FA23-962070589DCB}"/>
              </a:ext>
            </a:extLst>
          </p:cNvPr>
          <p:cNvSpPr txBox="1"/>
          <p:nvPr/>
        </p:nvSpPr>
        <p:spPr>
          <a:xfrm>
            <a:off x="0" y="5377729"/>
            <a:ext cx="122936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CWô_ô</a:t>
            </a:r>
            <a:r>
              <a:rPr lang="en-IN" dirty="0"/>
              <a:t>§ </a:t>
            </a:r>
            <a:r>
              <a:rPr lang="en-IN" dirty="0" err="1"/>
              <a:t>CWô_u</a:t>
            </a:r>
            <a:r>
              <a:rPr lang="en-IN" dirty="0"/>
              <a:t> </a:t>
            </a:r>
            <a:r>
              <a:rPr lang="en-IN" dirty="0" err="1"/>
              <a:t>U¡ûUúVôúP</a:t>
            </a:r>
            <a:r>
              <a:rPr lang="en-IN" dirty="0"/>
              <a:t> </a:t>
            </a:r>
          </a:p>
          <a:p>
            <a:r>
              <a:rPr lang="en-IN" dirty="0" err="1"/>
              <a:t>Yô</a:t>
            </a:r>
            <a:r>
              <a:rPr lang="en-IN" dirty="0"/>
              <a:t>] </a:t>
            </a:r>
            <a:r>
              <a:rPr lang="en-IN" dirty="0" err="1"/>
              <a:t>úULj§p</a:t>
            </a:r>
            <a:r>
              <a:rPr lang="en-IN" dirty="0"/>
              <a:t> GÝSs[ô]</a:t>
            </a:r>
            <a:r>
              <a:rPr lang="en-IN" dirty="0" err="1"/>
              <a:t>ôn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E8C71-EE65-689D-93CA-B6EBA53B80E6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¡ú[Nm ¾okÖ </a:t>
            </a:r>
            <a:r>
              <a:rPr lang="en-IN" dirty="0" err="1"/>
              <a:t>Sôm</a:t>
            </a:r>
            <a:r>
              <a:rPr lang="en-IN" dirty="0"/>
              <a:t> ¨</a:t>
            </a:r>
            <a:r>
              <a:rPr lang="en-IN" dirty="0" err="1"/>
              <a:t>jVm</a:t>
            </a:r>
            <a:r>
              <a:rPr lang="en-IN" dirty="0"/>
              <a:t> Y³lTôu </a:t>
            </a:r>
          </a:p>
          <a:p>
            <a:r>
              <a:rPr lang="en-IN" dirty="0" err="1"/>
              <a:t>Yô^ùUôÚdLôu</a:t>
            </a:r>
            <a:r>
              <a:rPr lang="en-IN" dirty="0"/>
              <a:t> </a:t>
            </a:r>
            <a:r>
              <a:rPr lang="en-IN" dirty="0" err="1"/>
              <a:t>úTôV</a:t>
            </a:r>
            <a:r>
              <a:rPr lang="en-IN" dirty="0"/>
              <a:t> </a:t>
            </a:r>
            <a:r>
              <a:rPr lang="en-IN" dirty="0" err="1"/>
              <a:t>lÈVu</a:t>
            </a:r>
            <a:r>
              <a:rPr lang="en-IN" dirty="0"/>
              <a:t> </a:t>
            </a:r>
            <a:r>
              <a:rPr lang="en-IN" dirty="0" err="1"/>
              <a:t>Rôu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7C736-5B80-E5F3-10DF-9A359E2348AD}"/>
              </a:ext>
            </a:extLst>
          </p:cNvPr>
          <p:cNvSpPr txBox="1"/>
          <p:nvPr/>
        </p:nvSpPr>
        <p:spPr>
          <a:xfrm>
            <a:off x="0" y="538492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fr-FR" dirty="0"/>
              <a:t>¨</a:t>
            </a:r>
            <a:r>
              <a:rPr lang="fr-FR" dirty="0" err="1"/>
              <a:t>kS</a:t>
            </a:r>
            <a:r>
              <a:rPr lang="fr-FR" dirty="0"/>
              <a:t> </a:t>
            </a:r>
            <a:r>
              <a:rPr lang="fr-FR" dirty="0" err="1"/>
              <a:t>LxPR</a:t>
            </a:r>
            <a:r>
              <a:rPr lang="fr-FR" dirty="0"/>
              <a:t> </a:t>
            </a:r>
            <a:r>
              <a:rPr lang="fr-FR" dirty="0" err="1"/>
              <a:t>T¬Lô^eMs</a:t>
            </a:r>
            <a:r>
              <a:rPr lang="fr-FR" dirty="0"/>
              <a:t> </a:t>
            </a:r>
          </a:p>
          <a:p>
            <a:r>
              <a:rPr lang="en-IN" dirty="0"/>
              <a:t>ç</a:t>
            </a:r>
            <a:r>
              <a:rPr lang="en-US" dirty="0">
                <a:latin typeface="Tamil Bible" pitchFamily="2" charset="0"/>
              </a:rPr>
              <a:t>\p</a:t>
            </a:r>
            <a:r>
              <a:rPr lang="en-IN" dirty="0" err="1"/>
              <a:t>Lù</a:t>
            </a:r>
            <a:r>
              <a:rPr lang="en-IN" dirty="0"/>
              <a:t>[</a:t>
            </a:r>
            <a:r>
              <a:rPr lang="en-IN" dirty="0" err="1"/>
              <a:t>pXôm</a:t>
            </a:r>
            <a:r>
              <a:rPr lang="en-IN" dirty="0"/>
              <a:t> ¾Wôu </a:t>
            </a:r>
            <a:r>
              <a:rPr lang="en-IN" dirty="0" err="1"/>
              <a:t>LôXUôn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9308C-6313-BBF2-7ACD-F40B97AB2445}"/>
              </a:ext>
            </a:extLst>
          </p:cNvPr>
          <p:cNvSpPr txBox="1"/>
          <p:nvPr/>
        </p:nvSpPr>
        <p:spPr>
          <a:xfrm>
            <a:off x="-1" y="538491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lWôQl</a:t>
            </a:r>
            <a:r>
              <a:rPr lang="en-IN" dirty="0"/>
              <a:t> ©±</a:t>
            </a:r>
            <a:r>
              <a:rPr lang="en-IN" dirty="0" err="1"/>
              <a:t>Vuú</a:t>
            </a:r>
            <a:r>
              <a:rPr lang="en-IN" dirty="0"/>
              <a:t>\ </a:t>
            </a:r>
            <a:r>
              <a:rPr lang="en-IN" dirty="0" err="1"/>
              <a:t>ùTôuà</a:t>
            </a:r>
            <a:r>
              <a:rPr lang="en-IN" dirty="0"/>
              <a:t> </a:t>
            </a:r>
            <a:r>
              <a:rPr lang="en-IN" dirty="0" err="1"/>
              <a:t>ØLjúR</a:t>
            </a:r>
            <a:r>
              <a:rPr lang="en-IN" dirty="0"/>
              <a:t> </a:t>
            </a:r>
          </a:p>
          <a:p>
            <a:r>
              <a:rPr lang="en-IN" dirty="0" err="1"/>
              <a:t>úR_vú^ôúP</a:t>
            </a:r>
            <a:r>
              <a:rPr lang="en-IN" dirty="0"/>
              <a:t> </a:t>
            </a:r>
            <a:r>
              <a:rPr lang="en-IN" dirty="0" err="1"/>
              <a:t>Sôm</a:t>
            </a:r>
            <a:r>
              <a:rPr lang="en-IN" dirty="0"/>
              <a:t> </a:t>
            </a:r>
            <a:r>
              <a:rPr lang="en-IN" dirty="0" err="1"/>
              <a:t>LôQôu</a:t>
            </a:r>
            <a:r>
              <a:rPr lang="en-IN" dirty="0"/>
              <a:t> </a:t>
            </a:r>
            <a:r>
              <a:rPr lang="en-IN" dirty="0" err="1"/>
              <a:t>LôXUôn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87F3-6DD4-03F0-1B07-646523C9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23B51B1-5489-2905-76D3-E976EA73E54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0D217-AB9F-37A6-C5A3-16C7BEA4B2D0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LôkRàUô</a:t>
            </a:r>
            <a:r>
              <a:rPr lang="en-IN" dirty="0"/>
              <a:t>« </a:t>
            </a:r>
            <a:r>
              <a:rPr lang="en-IN" dirty="0" err="1"/>
              <a:t>Yô^m</a:t>
            </a:r>
            <a:r>
              <a:rPr lang="en-IN" dirty="0"/>
              <a:t> </a:t>
            </a:r>
            <a:r>
              <a:rPr lang="en-IN" dirty="0" err="1"/>
              <a:t>ùNnÙkS</a:t>
            </a:r>
            <a:r>
              <a:rPr lang="en-IN" dirty="0"/>
              <a:t> </a:t>
            </a:r>
          </a:p>
          <a:p>
            <a:r>
              <a:rPr lang="en-IN" dirty="0" err="1"/>
              <a:t>LôXm</a:t>
            </a:r>
            <a:r>
              <a:rPr lang="en-IN" dirty="0"/>
              <a:t> </a:t>
            </a:r>
            <a:r>
              <a:rPr lang="en-IN" dirty="0" err="1"/>
              <a:t>NÁTUô</a:t>
            </a:r>
            <a:r>
              <a:rPr lang="en-IN" dirty="0"/>
              <a:t>« ©±</a:t>
            </a:r>
            <a:r>
              <a:rPr lang="en-IN" dirty="0" err="1"/>
              <a:t>VúW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213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FC5B-F4E2-6AE7-ADA7-7CD38AC9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22E350-A6AE-EFA3-4585-606F703BE07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DA72D-4765-9117-4056-B108EA13CF40}"/>
              </a:ext>
            </a:extLst>
          </p:cNvPr>
          <p:cNvSpPr txBox="1"/>
          <p:nvPr/>
        </p:nvSpPr>
        <p:spPr>
          <a:xfrm>
            <a:off x="0" y="537053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ÙLô</a:t>
            </a:r>
            <a:r>
              <a:rPr lang="en-IN" dirty="0"/>
              <a:t> </a:t>
            </a:r>
            <a:r>
              <a:rPr lang="en-IN" dirty="0" err="1"/>
              <a:t>ÙLUôn</a:t>
            </a:r>
            <a:r>
              <a:rPr lang="en-IN" dirty="0"/>
              <a:t> ©±Vu </a:t>
            </a:r>
            <a:r>
              <a:rPr lang="en-IN" dirty="0" err="1"/>
              <a:t>áùP</a:t>
            </a:r>
            <a:r>
              <a:rPr lang="en-IN" dirty="0"/>
              <a:t> </a:t>
            </a:r>
            <a:r>
              <a:rPr lang="en-IN" dirty="0" err="1"/>
              <a:t>Sôm</a:t>
            </a:r>
            <a:r>
              <a:rPr lang="en-IN" dirty="0"/>
              <a:t> </a:t>
            </a:r>
          </a:p>
          <a:p>
            <a:r>
              <a:rPr lang="pl-PL" dirty="0"/>
              <a:t>YôÝm Ê¾]m B^u]Uô«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9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35B6-3AA9-8548-AB5F-823EC98E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3057E5-E3DC-7E8C-8C79-407530337D8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B47CE-8E0B-DF55-2789-F1D73C8E295E}"/>
              </a:ext>
            </a:extLst>
          </p:cNvPr>
          <p:cNvSpPr txBox="1"/>
          <p:nvPr/>
        </p:nvSpPr>
        <p:spPr>
          <a:xfrm>
            <a:off x="-1" y="537054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Lôa</a:t>
            </a:r>
            <a:r>
              <a:rPr lang="en-IN" dirty="0"/>
              <a:t>[ ùRô² </a:t>
            </a:r>
            <a:r>
              <a:rPr lang="en-IN" dirty="0" err="1"/>
              <a:t>úLsdÏm</a:t>
            </a:r>
            <a:r>
              <a:rPr lang="en-IN" dirty="0"/>
              <a:t> </a:t>
            </a:r>
            <a:r>
              <a:rPr lang="en-IN" dirty="0" err="1"/>
              <a:t>Uôj</a:t>
            </a:r>
            <a:r>
              <a:rPr lang="en-IN" dirty="0"/>
              <a:t>\«p </a:t>
            </a:r>
          </a:p>
          <a:p>
            <a:r>
              <a:rPr lang="en-IN" dirty="0" err="1"/>
              <a:t>UßìTUôn</a:t>
            </a:r>
            <a:r>
              <a:rPr lang="en-IN" dirty="0"/>
              <a:t> T\</a:t>
            </a:r>
            <a:r>
              <a:rPr lang="en-IN" dirty="0" err="1"/>
              <a:t>k¨Óm</a:t>
            </a:r>
            <a:r>
              <a:rPr lang="en-IN" dirty="0"/>
              <a:t> </a:t>
            </a:r>
            <a:r>
              <a:rPr lang="en-IN" dirty="0" err="1"/>
              <a:t>Sôm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880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</TotalTime>
  <Words>108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2026-03-15T01:23:58Z</dcterms:modified>
</cp:coreProperties>
</file>